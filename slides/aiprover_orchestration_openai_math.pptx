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95" r:id="rId1"/>
    <p:sldMasterId id="2147483683" r:id="rId2"/>
    <p:sldMasterId id="2147483708" r:id="rId3"/>
    <p:sldMasterId id="2147483718" r:id="rId4"/>
    <p:sldMasterId id="2147483729" r:id="rId5"/>
  </p:sldMasterIdLst>
  <p:notesMasterIdLst>
    <p:notesMasterId r:id="rId86"/>
  </p:notesMasterIdLst>
  <p:handoutMasterIdLst>
    <p:handoutMasterId r:id="rId87"/>
  </p:handoutMasterIdLst>
  <p:sldIdLst>
    <p:sldId id="316" r:id="rId66"/>
    <p:sldId id="949" r:id="rId67"/>
    <p:sldId id="954" r:id="rId68"/>
    <p:sldId id="958" r:id="rId69"/>
    <p:sldId id="956" r:id="rId70"/>
    <p:sldId id="957" r:id="rId71"/>
    <p:sldId id="951" r:id="rId7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873D"/>
    <a:srgbClr val="004376"/>
    <a:srgbClr val="0432FF"/>
    <a:srgbClr val="D6DBD4"/>
    <a:srgbClr val="FFCC00"/>
    <a:srgbClr val="FF640F"/>
    <a:srgbClr val="FF9300"/>
    <a:srgbClr val="FFFD78"/>
    <a:srgbClr val="B3A36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73" dt="2026-10-16T03:40:52.097"/>
    <p1510:client id="{09E4C35A-FF09-8DB5-8B4C-90A338829286}" v="292" dt="2026-10-16T03:36:47.131"/>
    <p1510:client id="{1666B4B1-8C1A-1845-57DF-CFA9AA0BB964}" v="1" dt="2026-10-15T20:05:57.189"/>
    <p1510:client id="{645EC518-A2F3-3C93-AEBE-A90AFDECAAA7}" v="4706" dt="2026-10-16T00:53:22.139"/>
    <p1510:client id="{B7B50884-7AFA-E65F-02B2-46D94A8460B8}" v="52" dt="2026-10-16T02:21:06.688"/>
    <p1510:client id="{F423B0AB-D190-0A2D-4AE2-CA266F6A482A}" v="90" dt="2026-10-16T04:34:08.179"/>
    <p1510:client id="{F541B2A4-63BF-DF3C-CFA1-D7600D3DAAC3}" v="44" dt="2026-10-16T01:40:14.6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86" Type="http://schemas.openxmlformats.org/officeDocument/2006/relationships/notesMaster" Target="notesMasters/notesMaster1.xml"/><Relationship Id="rId87" Type="http://schemas.openxmlformats.org/officeDocument/2006/relationships/handoutMaster" Target="handoutMasters/handoutMaster1.xml"/><Relationship Id="rId88" Type="http://schemas.openxmlformats.org/officeDocument/2006/relationships/presProps" Target="presProps.xml"/><Relationship Id="rId89" Type="http://schemas.openxmlformats.org/officeDocument/2006/relationships/viewProps" Target="viewProps.xml"/><Relationship Id="rId90" Type="http://schemas.openxmlformats.org/officeDocument/2006/relationships/theme" Target="theme/theme1.xml"/><Relationship Id="rId91" Type="http://schemas.openxmlformats.org/officeDocument/2006/relationships/tableStyles" Target="tableStyles.xml"/><Relationship Id="rId9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A6E295-2078-3A4C-9B3B-128821A974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603100D-CACA-0F41-B537-339726C6A50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77CCEE-F6A5-9F4C-8CE3-50501077053A}" type="datetimeFigureOut">
              <a:rPr lang="en-US" smtClean="0"/>
              <a:t>10/16/2026</a:t>
            </a:fld>
            <a:endParaRPr lang="en-US"/>
          </a:p>
        </p:txBody>
      </p:sp>
      <p:sp>
        <p:nvSpPr>
          <p:cNvPr id="4" name="Footer Placeholder 3">
            <a:extLst>
              <a:ext uri="{FF2B5EF4-FFF2-40B4-BE49-F238E27FC236}">
                <a16:creationId xmlns:a16="http://schemas.microsoft.com/office/drawing/2014/main" id="{1518C585-FF88-2E4D-AADE-9C9529D2F72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20F8045-3A37-824A-8710-57C502BDEF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C957D50-C692-A448-91EE-4B0FAD320CD6}" type="slidenum">
              <a:rPr lang="en-US" smtClean="0"/>
              <a:t>‹#›</a:t>
            </a:fld>
            <a:endParaRPr lang="en-US"/>
          </a:p>
        </p:txBody>
      </p:sp>
    </p:spTree>
    <p:extLst>
      <p:ext uri="{BB962C8B-B14F-4D97-AF65-F5344CB8AC3E}">
        <p14:creationId xmlns:p14="http://schemas.microsoft.com/office/powerpoint/2010/main" val="12850939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890FB0-7803-314F-9BE0-3772887DCBDE}" type="datetimeFigureOut">
              <a:rPr lang="en-US" smtClean="0"/>
              <a:t>10/16/2026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A5D7CC-4584-7D4D-9AC5-26861B0A276E}" type="slidenum">
              <a:rPr lang="en-US" smtClean="0"/>
              <a:t>‹#›</a:t>
            </a:fld>
            <a:endParaRPr lang="en-US"/>
          </a:p>
        </p:txBody>
      </p:sp>
    </p:spTree>
    <p:extLst>
      <p:ext uri="{BB962C8B-B14F-4D97-AF65-F5344CB8AC3E}">
        <p14:creationId xmlns:p14="http://schemas.microsoft.com/office/powerpoint/2010/main" val="1802437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PlaceHolder 1"/>
          <p:cNvSpPr>
            <a:spLocks noGrp="1" noRot="1" noChangeAspect="1"/>
          </p:cNvSpPr>
          <p:nvPr>
            <p:ph type="sldImg"/>
          </p:nvPr>
        </p:nvSpPr>
        <p:spPr>
          <a:xfrm>
            <a:off x="685800" y="1143000"/>
            <a:ext cx="5486040" cy="3085920"/>
          </a:xfrm>
          <a:prstGeom prst="rect">
            <a:avLst/>
          </a:prstGeom>
          <a:ln w="0">
            <a:noFill/>
          </a:ln>
        </p:spPr>
      </p:sp>
      <p:sp>
        <p:nvSpPr>
          <p:cNvPr id="10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So now, before concluding, I’ll briefly talk about another technique we’ve developed — </a:t>
            </a:r>
            <a:r>
              <a:rPr lang="en-US" sz="2000" b="1" u="none" strike="noStrike">
                <a:solidFill>
                  <a:srgbClr val="000000"/>
                </a:solidFill>
                <a:effectLst/>
                <a:uFillTx/>
                <a:latin typeface="Arial"/>
              </a:rPr>
              <a:t>RLSF</a:t>
            </a:r>
            <a:r>
              <a:rPr lang="en-US" sz="2000" b="0" u="none" strike="noStrike">
                <a:solidFill>
                  <a:srgbClr val="000000"/>
                </a:solidFill>
                <a:effectLst/>
                <a:uFillTx/>
                <a:latin typeface="Arial"/>
              </a:rPr>
              <a:t>, or </a:t>
            </a:r>
            <a:r>
              <a:rPr lang="en-US" sz="2000" b="0" i="1" u="none" strike="noStrike">
                <a:solidFill>
                  <a:srgbClr val="000000"/>
                </a:solidFill>
                <a:effectLst/>
                <a:uFillTx/>
                <a:latin typeface="Arial"/>
              </a:rPr>
              <a:t>Reinforcement Learning via Symbolic Feedback</a:t>
            </a:r>
            <a:r>
              <a:rPr lang="en-US" sz="2000" b="0" u="none" strike="noStrike">
                <a:solidFill>
                  <a:srgbClr val="000000"/>
                </a:solidFill>
                <a:effectLst/>
                <a:uFillTx/>
                <a:latin typeface="Arial"/>
              </a:rPr>
              <a:t>. </a:t>
            </a: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While it was originally proposed in the context of code generation -- we believe it is HIGHLY relevant for mathematical reasoning as well -- especially in neuro-symbolic settings where verifiers and feedback loops are central.</a:t>
            </a:r>
          </a:p>
        </p:txBody>
      </p:sp>
      <p:sp>
        <p:nvSpPr>
          <p:cNvPr id="1031" name="PlaceHolder 3"/>
          <p:cNvSpPr>
            <a:spLocks noGrp="1"/>
          </p:cNvSpPr>
          <p:nvPr>
            <p:ph type="sldNum" idx="107"/>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tabLst>
                <a:tab pos="0" algn="l"/>
              </a:tabLst>
              <a:defRPr lang="en-US" sz="1200" b="0" u="none" strike="noStrike">
                <a:solidFill>
                  <a:srgbClr val="000000"/>
                </a:solidFill>
                <a:effectLst/>
                <a:uFillTx/>
                <a:latin typeface="Calibri"/>
                <a:ea typeface="+mn-ea"/>
              </a:defRPr>
            </a:lvl1pPr>
          </a:lstStyle>
          <a:p>
            <a:pPr indent="0" algn="r" defTabSz="457200">
              <a:lnSpc>
                <a:spcPct val="100000"/>
              </a:lnSpc>
              <a:buNone/>
              <a:tabLst>
                <a:tab pos="0" algn="l"/>
              </a:tabLst>
            </a:pPr>
            <a:fld id="{0FFAAD14-C95F-42EE-979B-CB115D89E27C}" type="slidenum">
              <a:rPr lang="en-US" sz="1200" b="0" u="none" strike="noStrike">
                <a:solidFill>
                  <a:srgbClr val="000000"/>
                </a:solidFill>
                <a:effectLst/>
                <a:uFillTx/>
                <a:latin typeface="Calibri"/>
                <a:ea typeface="+mn-ea"/>
              </a:rPr>
              <a:t>61</a:t>
            </a:fld>
            <a:endParaRPr lang="en-US" sz="1200" b="0" u="none" strike="noStrike">
              <a:solidFill>
                <a:srgbClr val="000000"/>
              </a:solidFill>
              <a:effectLst/>
              <a:uFillTx/>
              <a:latin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0" y="763588"/>
            <a:ext cx="0" cy="0"/>
          </a:xfrm>
        </p:spPr>
      </p:sp>
      <p:sp>
        <p:nvSpPr>
          <p:cNvPr id="3" name="Notes Placeholder 2"/>
          <p:cNvSpPr>
            <a:spLocks noGrp="1"/>
          </p:cNvSpPr>
          <p:nvPr>
            <p:ph type="body" sz="quarter" idx="3"/>
          </p:nvPr>
        </p:nvSpPr>
        <p:spPr/>
        <p:txBody>
          <a:bodyPr/>
          <a:lstStyle/>
          <a:p>
            <a:r>
              <a:t>Formalization is the first stage and the one most likely to go silently wrong, so it is audited. The captain writes Lean definitions and the theorem statement. A separate auditor model translates the Lean back into mathematics without seeing the source, and the captain compares the two. For 332 that took under a minute and came back faithful. The final proof is also checked to prove exactly this statement using only the standard axioms. The constant 3024 comes from the source paper.</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E692C-ADE4-81FE-1E04-509393C149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91131F-7FA5-FF70-1B8D-C8C03E692924}"/>
              </a:ext>
            </a:extLst>
          </p:cNvPr>
          <p:cNvSpPr>
            <a:spLocks noGrp="1" noRot="1" noChangeAspect="1"/>
          </p:cNvSpPr>
          <p:nvPr>
            <p:ph type="sldImg" idx="2"/>
          </p:nvPr>
        </p:nvSpPr>
        <p:spPr>
          <a:xfrm>
            <a:off x="0" y="763588"/>
            <a:ext cx="0" cy="0"/>
          </a:xfrm>
        </p:spPr>
      </p:sp>
      <p:sp>
        <p:nvSpPr>
          <p:cNvPr id="3" name="Notes Placeholder 2">
            <a:extLst>
              <a:ext uri="{FF2B5EF4-FFF2-40B4-BE49-F238E27FC236}">
                <a16:creationId xmlns:a16="http://schemas.microsoft.com/office/drawing/2014/main" id="{EA6DCBD0-4EF4-36F4-82D3-35E726EAD81B}"/>
              </a:ext>
            </a:extLst>
          </p:cNvPr>
          <p:cNvSpPr>
            <a:spLocks noGrp="1"/>
          </p:cNvSpPr>
          <p:nvPr>
            <p:ph type="body" sz="quarter" idx="3"/>
          </p:nvPr>
        </p:nvSpPr>
        <p:spPr/>
        <p:txBody>
          <a:bodyPr/>
          <a:lstStyle/>
          <a:p>
            <a:r>
              <a:t>Formalization is the first stage and the one most likely to go silently wrong, so it is audited. The captain writes Lean definitions and the theorem statement. A separate auditor model translates the Lean back into mathematics without seeing the source, and the captain compares the two. For 332 that took under a minute and came back faithful. The final proof is also checked to prove exactly this statement using only the standard axioms. The constant 3024 comes from the source paper.</a:t>
            </a:r>
          </a:p>
        </p:txBody>
      </p:sp>
      <p:sp>
        <p:nvSpPr>
          <p:cNvPr id="4" name="Slide Number Placeholder 3">
            <a:extLst>
              <a:ext uri="{FF2B5EF4-FFF2-40B4-BE49-F238E27FC236}">
                <a16:creationId xmlns:a16="http://schemas.microsoft.com/office/drawing/2014/main" id="{D1FDECA8-6288-348E-1C3E-1139C9CAD99F}"/>
              </a:ext>
            </a:extLst>
          </p:cNvPr>
          <p:cNvSpPr>
            <a:spLocks noGrp="1"/>
          </p:cNvSpPr>
          <p:nvPr>
            <p:ph type="sldNum" sz="quarter" idx="5"/>
          </p:nvPr>
        </p:nvSpPr>
        <p:spPr/>
      </p:sp>
    </p:spTree>
    <p:extLst>
      <p:ext uri="{BB962C8B-B14F-4D97-AF65-F5344CB8AC3E}">
        <p14:creationId xmlns:p14="http://schemas.microsoft.com/office/powerpoint/2010/main" val="42295563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A93DD-4A9D-0D1D-24D2-BDE1F20433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C307FA-3988-F924-91D2-B4693CC0731D}"/>
              </a:ext>
            </a:extLst>
          </p:cNvPr>
          <p:cNvSpPr>
            <a:spLocks noGrp="1" noRot="1" noChangeAspect="1"/>
          </p:cNvSpPr>
          <p:nvPr>
            <p:ph type="sldImg" idx="2"/>
          </p:nvPr>
        </p:nvSpPr>
        <p:spPr>
          <a:xfrm>
            <a:off x="0" y="763588"/>
            <a:ext cx="0" cy="0"/>
          </a:xfrm>
        </p:spPr>
      </p:sp>
      <p:sp>
        <p:nvSpPr>
          <p:cNvPr id="3" name="Notes Placeholder 2">
            <a:extLst>
              <a:ext uri="{FF2B5EF4-FFF2-40B4-BE49-F238E27FC236}">
                <a16:creationId xmlns:a16="http://schemas.microsoft.com/office/drawing/2014/main" id="{73D11C3A-E89D-9774-0546-DBDF41A8C6AF}"/>
              </a:ext>
            </a:extLst>
          </p:cNvPr>
          <p:cNvSpPr>
            <a:spLocks noGrp="1"/>
          </p:cNvSpPr>
          <p:nvPr>
            <p:ph type="body" sz="quarter" idx="3"/>
          </p:nvPr>
        </p:nvSpPr>
        <p:spPr/>
        <p:txBody>
          <a:bodyPr/>
          <a:lstStyle/>
          <a:p>
            <a:r>
              <a:t>Three research results from OpenAI's October 2026 math release, none formalized by OpenAI, now have verified Lean proofs produced by the orchestration. Problem 332: real l1 has metric Markov cotype two, Mendel and Naor's question; 39 lemmas in about 8.5 hours. Problem 011: Erdős's conjecture on the largest totient fibers; 20 lemmas. Problem 164: Corollary 1.2 of the Hindman paper, that some m-element set has monochromatic and pairwise distinct subset sums and products, derived in Lean from the paper's main Theorem 1.1, which is taken as a hypothesis; 15 lemmas in under 9 hours and about one dollar of Claude usage. All proofs use only the standard axioms and were judged faithful by an independent reviewer.</a:t>
            </a:r>
          </a:p>
        </p:txBody>
      </p:sp>
      <p:sp>
        <p:nvSpPr>
          <p:cNvPr id="4" name="Slide Number Placeholder 3">
            <a:extLst>
              <a:ext uri="{FF2B5EF4-FFF2-40B4-BE49-F238E27FC236}">
                <a16:creationId xmlns:a16="http://schemas.microsoft.com/office/drawing/2014/main" id="{38B55D22-4544-71B7-3A69-1D481A21BFF2}"/>
              </a:ext>
            </a:extLst>
          </p:cNvPr>
          <p:cNvSpPr>
            <a:spLocks noGrp="1"/>
          </p:cNvSpPr>
          <p:nvPr>
            <p:ph type="sldNum" sz="quarter" idx="5"/>
          </p:nvPr>
        </p:nvSpPr>
        <p:spPr/>
      </p:sp>
    </p:spTree>
    <p:extLst>
      <p:ext uri="{BB962C8B-B14F-4D97-AF65-F5344CB8AC3E}">
        <p14:creationId xmlns:p14="http://schemas.microsoft.com/office/powerpoint/2010/main" val="19798362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4A308-4AC1-BDCA-78AB-7B87DA49D6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986F1F-6E9E-F49E-8417-B0A2C7AFAB6C}"/>
              </a:ext>
            </a:extLst>
          </p:cNvPr>
          <p:cNvSpPr>
            <a:spLocks noGrp="1" noRot="1" noChangeAspect="1"/>
          </p:cNvSpPr>
          <p:nvPr>
            <p:ph type="sldImg" idx="2"/>
          </p:nvPr>
        </p:nvSpPr>
        <p:spPr>
          <a:xfrm>
            <a:off x="0" y="763588"/>
            <a:ext cx="0" cy="0"/>
          </a:xfrm>
        </p:spPr>
      </p:sp>
      <p:sp>
        <p:nvSpPr>
          <p:cNvPr id="3" name="Notes Placeholder 2">
            <a:extLst>
              <a:ext uri="{FF2B5EF4-FFF2-40B4-BE49-F238E27FC236}">
                <a16:creationId xmlns:a16="http://schemas.microsoft.com/office/drawing/2014/main" id="{FF0C2D58-19F9-144D-3772-8D26C74A3622}"/>
              </a:ext>
            </a:extLst>
          </p:cNvPr>
          <p:cNvSpPr>
            <a:spLocks noGrp="1"/>
          </p:cNvSpPr>
          <p:nvPr>
            <p:ph type="body" sz="quarter" idx="3"/>
          </p:nvPr>
        </p:nvSpPr>
        <p:spPr/>
        <p:txBody>
          <a:bodyPr/>
          <a:lstStyle/>
          <a:p>
            <a:r>
              <a:t>Seven stages, each gated by the Lean compiler. The sketch turns the informal proof into lemma statements left as sorry plus a main proof that must already compile. Proving runs AIProver jobs on all lemmas in parallel. If lemmas stay stuck, the captain replans and proved lemmas are reused. The assembled proof gets an independent review, then a LaTeX report and an informal write-up.</a:t>
            </a:r>
          </a:p>
        </p:txBody>
      </p:sp>
      <p:sp>
        <p:nvSpPr>
          <p:cNvPr id="4" name="Slide Number Placeholder 3">
            <a:extLst>
              <a:ext uri="{FF2B5EF4-FFF2-40B4-BE49-F238E27FC236}">
                <a16:creationId xmlns:a16="http://schemas.microsoft.com/office/drawing/2014/main" id="{AD1EF55C-D49F-2319-8EC4-AE0E4B754802}"/>
              </a:ext>
            </a:extLst>
          </p:cNvPr>
          <p:cNvSpPr>
            <a:spLocks noGrp="1"/>
          </p:cNvSpPr>
          <p:nvPr>
            <p:ph type="sldNum" sz="quarter" idx="5"/>
          </p:nvPr>
        </p:nvSpPr>
        <p:spPr/>
      </p:sp>
    </p:spTree>
    <p:extLst>
      <p:ext uri="{BB962C8B-B14F-4D97-AF65-F5344CB8AC3E}">
        <p14:creationId xmlns:p14="http://schemas.microsoft.com/office/powerpoint/2010/main" val="34938491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EE3DD-8933-6C87-DBBE-B2C77ADA99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D1D8B9-CAC9-C755-F9A6-39C455355463}"/>
              </a:ext>
            </a:extLst>
          </p:cNvPr>
          <p:cNvSpPr>
            <a:spLocks noGrp="1" noRot="1" noChangeAspect="1"/>
          </p:cNvSpPr>
          <p:nvPr>
            <p:ph type="sldImg" idx="2"/>
          </p:nvPr>
        </p:nvSpPr>
        <p:spPr>
          <a:xfrm>
            <a:off x="0" y="763588"/>
            <a:ext cx="0" cy="0"/>
          </a:xfrm>
        </p:spPr>
      </p:sp>
      <p:sp>
        <p:nvSpPr>
          <p:cNvPr id="3" name="Notes Placeholder 2">
            <a:extLst>
              <a:ext uri="{FF2B5EF4-FFF2-40B4-BE49-F238E27FC236}">
                <a16:creationId xmlns:a16="http://schemas.microsoft.com/office/drawing/2014/main" id="{7F1BF8D1-6F5B-66A3-4690-191777C92AB0}"/>
              </a:ext>
            </a:extLst>
          </p:cNvPr>
          <p:cNvSpPr>
            <a:spLocks noGrp="1"/>
          </p:cNvSpPr>
          <p:nvPr>
            <p:ph type="body" sz="quarter" idx="3"/>
          </p:nvPr>
        </p:nvSpPr>
        <p:spPr/>
        <p:txBody>
          <a:bodyPr/>
          <a:lstStyle/>
          <a:p>
            <a:r>
              <a:t>Claude usage is modest: about 12 dollars for 332, 3 for 011 and 1 for 164 to formalize, prove and review, most of it in hand-backs. The dominant cost is prover compute. Most sessions end at the time limit rather than with an answer, so the session policy is where further gains lie.</a:t>
            </a:r>
          </a:p>
        </p:txBody>
      </p:sp>
      <p:sp>
        <p:nvSpPr>
          <p:cNvPr id="4" name="Slide Number Placeholder 3">
            <a:extLst>
              <a:ext uri="{FF2B5EF4-FFF2-40B4-BE49-F238E27FC236}">
                <a16:creationId xmlns:a16="http://schemas.microsoft.com/office/drawing/2014/main" id="{B7F0CABA-2DF4-AE01-DDA8-57AD131DC0C5}"/>
              </a:ext>
            </a:extLst>
          </p:cNvPr>
          <p:cNvSpPr>
            <a:spLocks noGrp="1"/>
          </p:cNvSpPr>
          <p:nvPr>
            <p:ph type="sldNum" sz="quarter" idx="5"/>
          </p:nvPr>
        </p:nvSpPr>
        <p:spPr/>
      </p:sp>
    </p:spTree>
    <p:extLst>
      <p:ext uri="{BB962C8B-B14F-4D97-AF65-F5344CB8AC3E}">
        <p14:creationId xmlns:p14="http://schemas.microsoft.com/office/powerpoint/2010/main" val="10050963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0" y="763588"/>
            <a:ext cx="0" cy="0"/>
          </a:xfrm>
        </p:spPr>
      </p:sp>
      <p:sp>
        <p:nvSpPr>
          <p:cNvPr id="3" name="Notes Placeholder 2"/>
          <p:cNvSpPr>
            <a:spLocks noGrp="1"/>
          </p:cNvSpPr>
          <p:nvPr>
            <p:ph type="body" sz="quarter" idx="3"/>
          </p:nvPr>
        </p:nvSpPr>
        <p:spPr/>
        <p:txBody>
          <a:bodyPr/>
          <a:lstStyle/>
          <a:p>
            <a:r>
              <a:t>Summary. The orchestration takes a research-level statement from an informal preprint to a verified, independently reviewed Lean proof. AIProver does most of the proving, the frontier model plans and repairs, and the API bill is small. The bottleneck is prover sessions that run out of time, and that is where the next round of work goes.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e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itle Placeholder 10">
            <a:extLst>
              <a:ext uri="{FF2B5EF4-FFF2-40B4-BE49-F238E27FC236}">
                <a16:creationId xmlns:a16="http://schemas.microsoft.com/office/drawing/2014/main" id="{03435116-8EC1-A548-452A-A5744ECD0FD6}"/>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lvl1pPr>
              <a:defRPr b="1" i="0"/>
            </a:lvl1pPr>
          </a:lstStyle>
          <a:p>
            <a:r>
              <a:rPr lang="en-US"/>
              <a:t>Click to edit </a:t>
            </a:r>
            <a:br>
              <a:rPr lang="en-US"/>
            </a:br>
            <a:r>
              <a:rPr lang="en-US"/>
              <a:t>Master title style</a:t>
            </a:r>
          </a:p>
        </p:txBody>
      </p:sp>
      <p:sp>
        <p:nvSpPr>
          <p:cNvPr id="11" name="Text Placeholder 11">
            <a:extLst>
              <a:ext uri="{FF2B5EF4-FFF2-40B4-BE49-F238E27FC236}">
                <a16:creationId xmlns:a16="http://schemas.microsoft.com/office/drawing/2014/main" id="{BE800B03-ECF5-F0B1-7514-4FC09CECE7E4}"/>
              </a:ext>
            </a:extLst>
          </p:cNvPr>
          <p:cNvSpPr>
            <a:spLocks noGrp="1"/>
          </p:cNvSpPr>
          <p:nvPr>
            <p:ph idx="1"/>
          </p:nvPr>
        </p:nvSpPr>
        <p:spPr>
          <a:xfrm>
            <a:off x="2447108" y="4441370"/>
            <a:ext cx="8906692" cy="625930"/>
          </a:xfrm>
          <a:prstGeom prst="rect">
            <a:avLst/>
          </a:prstGeom>
        </p:spPr>
        <p:txBody>
          <a:bodyPr vert="horz" lIns="91440" tIns="45720" rIns="91440" bIns="45720" rtlCol="0">
            <a:normAutofit/>
          </a:bodyPr>
          <a:lstStyle/>
          <a:p>
            <a:r>
              <a:rPr lang="en-US"/>
              <a:t>Click to edit Master subtitle style</a:t>
            </a:r>
          </a:p>
        </p:txBody>
      </p:sp>
    </p:spTree>
    <p:extLst>
      <p:ext uri="{BB962C8B-B14F-4D97-AF65-F5344CB8AC3E}">
        <p14:creationId xmlns:p14="http://schemas.microsoft.com/office/powerpoint/2010/main" val="4114190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 Full Photo">
    <p:bg>
      <p:bgPr>
        <a:blipFill dpi="0" rotWithShape="1">
          <a:blip r:embed="rId2">
            <a:lum/>
          </a:blip>
          <a:srcRect/>
          <a:stretch>
            <a:fillRect t="-11000" b="-11000"/>
          </a:stretch>
        </a:blipFill>
        <a:effectLst/>
      </p:bgPr>
    </p:bg>
    <p:spTree>
      <p:nvGrpSpPr>
        <p:cNvPr id="1" name=""/>
        <p:cNvGrpSpPr/>
        <p:nvPr/>
      </p:nvGrpSpPr>
      <p:grpSpPr>
        <a:xfrm>
          <a:off x="0" y="0"/>
          <a:ext cx="0" cy="0"/>
          <a:chOff x="0" y="0"/>
          <a:chExt cx="0" cy="0"/>
        </a:xfrm>
      </p:grpSpPr>
      <p:sp>
        <p:nvSpPr>
          <p:cNvPr id="10" name="Title Placeholder 10">
            <a:extLst>
              <a:ext uri="{FF2B5EF4-FFF2-40B4-BE49-F238E27FC236}">
                <a16:creationId xmlns:a16="http://schemas.microsoft.com/office/drawing/2014/main" id="{03435116-8EC1-A548-452A-A5744ECD0FD6}"/>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lvl1pPr>
              <a:defRPr b="1" i="0">
                <a:solidFill>
                  <a:schemeClr val="bg1"/>
                </a:solidFill>
              </a:defRPr>
            </a:lvl1pPr>
          </a:lstStyle>
          <a:p>
            <a:r>
              <a:rPr lang="en-US"/>
              <a:t>Click to edit </a:t>
            </a:r>
            <a:br>
              <a:rPr lang="en-US"/>
            </a:br>
            <a:r>
              <a:rPr lang="en-US"/>
              <a:t>Master title style</a:t>
            </a:r>
          </a:p>
        </p:txBody>
      </p:sp>
      <p:sp>
        <p:nvSpPr>
          <p:cNvPr id="11" name="Text Placeholder 11">
            <a:extLst>
              <a:ext uri="{FF2B5EF4-FFF2-40B4-BE49-F238E27FC236}">
                <a16:creationId xmlns:a16="http://schemas.microsoft.com/office/drawing/2014/main" id="{BE800B03-ECF5-F0B1-7514-4FC09CECE7E4}"/>
              </a:ext>
            </a:extLst>
          </p:cNvPr>
          <p:cNvSpPr>
            <a:spLocks noGrp="1"/>
          </p:cNvSpPr>
          <p:nvPr>
            <p:ph idx="1"/>
          </p:nvPr>
        </p:nvSpPr>
        <p:spPr>
          <a:xfrm>
            <a:off x="2447108" y="4441370"/>
            <a:ext cx="8906692" cy="625930"/>
          </a:xfrm>
          <a:prstGeom prst="rect">
            <a:avLst/>
          </a:prstGeom>
        </p:spPr>
        <p:txBody>
          <a:bodyPr vert="horz" lIns="91440" tIns="45720" rIns="91440" bIns="45720" rtlCol="0">
            <a:normAutofit/>
          </a:bodyPr>
          <a:lstStyle>
            <a:lvl1pPr>
              <a:defRPr>
                <a:solidFill>
                  <a:schemeClr val="bg1"/>
                </a:solidFill>
              </a:defRPr>
            </a:lvl1pPr>
          </a:lstStyle>
          <a:p>
            <a:r>
              <a:rPr lang="en-US"/>
              <a:t>Click to edit Master subtitle style</a:t>
            </a:r>
          </a:p>
        </p:txBody>
      </p:sp>
      <p:pic>
        <p:nvPicPr>
          <p:cNvPr id="3" name="Picture 2">
            <a:extLst>
              <a:ext uri="{FF2B5EF4-FFF2-40B4-BE49-F238E27FC236}">
                <a16:creationId xmlns:a16="http://schemas.microsoft.com/office/drawing/2014/main" id="{CAA14450-E163-A0FB-AE33-14F2CE668DE1}"/>
              </a:ext>
            </a:extLst>
          </p:cNvPr>
          <p:cNvPicPr>
            <a:picLocks noChangeAspect="1"/>
          </p:cNvPicPr>
          <p:nvPr userDrawn="1"/>
        </p:nvPicPr>
        <p:blipFill rotWithShape="1">
          <a:blip r:embed="rId3"/>
          <a:srcRect t="73770"/>
          <a:stretch/>
        </p:blipFill>
        <p:spPr>
          <a:xfrm>
            <a:off x="1" y="5059179"/>
            <a:ext cx="12191999" cy="1798821"/>
          </a:xfrm>
          <a:prstGeom prst="rect">
            <a:avLst/>
          </a:prstGeom>
        </p:spPr>
      </p:pic>
    </p:spTree>
    <p:extLst>
      <p:ext uri="{BB962C8B-B14F-4D97-AF65-F5344CB8AC3E}">
        <p14:creationId xmlns:p14="http://schemas.microsoft.com/office/powerpoint/2010/main" val="2704301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lIns="0" rIns="0"/>
          <a:lstStyle/>
          <a:p>
            <a:pPr algn="r"/>
            <a:fld id="{8A7A6979-0714-4377-B894-6BE4C2D6E202}" type="slidenum">
              <a:rPr lang="en-US" smtClean="0"/>
              <a:t>‹#›</a:t>
            </a:fld>
            <a:endParaRPr lang="en-US"/>
          </a:p>
        </p:txBody>
      </p:sp>
    </p:spTree>
    <p:extLst>
      <p:ext uri="{BB962C8B-B14F-4D97-AF65-F5344CB8AC3E}">
        <p14:creationId xmlns:p14="http://schemas.microsoft.com/office/powerpoint/2010/main" val="1687362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7AE419-AE08-F348-87A6-E9445B339E62}"/>
              </a:ext>
            </a:extLst>
          </p:cNvPr>
          <p:cNvSpPr>
            <a:spLocks noGrp="1"/>
          </p:cNvSpPr>
          <p:nvPr>
            <p:ph type="dt" sz="half" idx="10"/>
          </p:nvPr>
        </p:nvSpPr>
        <p:spPr/>
        <p:txBody>
          <a:bodyPr/>
          <a:lstStyle>
            <a:lvl1pPr>
              <a:defRPr b="1" i="0"/>
            </a:lvl1pPr>
          </a:lstStyle>
          <a:p>
            <a:endParaRPr lang="en-US"/>
          </a:p>
        </p:txBody>
      </p:sp>
      <p:sp>
        <p:nvSpPr>
          <p:cNvPr id="4" name="Slide Number Placeholder 3">
            <a:extLst>
              <a:ext uri="{FF2B5EF4-FFF2-40B4-BE49-F238E27FC236}">
                <a16:creationId xmlns:a16="http://schemas.microsoft.com/office/drawing/2014/main" id="{6D30AFCF-7504-9244-8529-F384A6BDB3AB}"/>
              </a:ext>
            </a:extLst>
          </p:cNvPr>
          <p:cNvSpPr>
            <a:spLocks noGrp="1"/>
          </p:cNvSpPr>
          <p:nvPr>
            <p:ph type="sldNum" sz="quarter" idx="12"/>
          </p:nvPr>
        </p:nvSpPr>
        <p:spPr/>
        <p:txBody>
          <a:bodyPr lIns="0" rIns="0"/>
          <a:lstStyle>
            <a:lvl1pPr>
              <a:defRPr b="1" i="0"/>
            </a:lvl1pPr>
          </a:lstStyle>
          <a:p>
            <a:fld id="{AE678206-0642-9F48-9727-6B519CB285FA}" type="slidenum">
              <a:rPr lang="en-US" smtClean="0"/>
              <a:pPr/>
              <a:t>‹#›</a:t>
            </a:fld>
            <a:endParaRPr lang="en-US"/>
          </a:p>
        </p:txBody>
      </p:sp>
    </p:spTree>
    <p:extLst>
      <p:ext uri="{BB962C8B-B14F-4D97-AF65-F5344CB8AC3E}">
        <p14:creationId xmlns:p14="http://schemas.microsoft.com/office/powerpoint/2010/main" val="2523444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 Tech Tow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Placeholder 10">
            <a:extLst>
              <a:ext uri="{FF2B5EF4-FFF2-40B4-BE49-F238E27FC236}">
                <a16:creationId xmlns:a16="http://schemas.microsoft.com/office/drawing/2014/main" id="{F07C9153-7FEC-638D-4ADD-6BB1DD8D4D82}"/>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p>
            <a:r>
              <a:rPr lang="en-US"/>
              <a:t>Click to edit </a:t>
            </a:r>
            <a:br>
              <a:rPr lang="en-US"/>
            </a:br>
            <a:r>
              <a:rPr lang="en-US"/>
              <a:t>Master title style</a:t>
            </a:r>
          </a:p>
        </p:txBody>
      </p:sp>
      <p:sp>
        <p:nvSpPr>
          <p:cNvPr id="4" name="Text Placeholder 11">
            <a:extLst>
              <a:ext uri="{FF2B5EF4-FFF2-40B4-BE49-F238E27FC236}">
                <a16:creationId xmlns:a16="http://schemas.microsoft.com/office/drawing/2014/main" id="{FE485BB9-C655-511D-0A07-5032FD2F8C76}"/>
              </a:ext>
            </a:extLst>
          </p:cNvPr>
          <p:cNvSpPr>
            <a:spLocks noGrp="1"/>
          </p:cNvSpPr>
          <p:nvPr>
            <p:ph idx="1"/>
          </p:nvPr>
        </p:nvSpPr>
        <p:spPr>
          <a:xfrm>
            <a:off x="2447108" y="4441370"/>
            <a:ext cx="8906692" cy="625930"/>
          </a:xfrm>
          <a:prstGeom prst="rect">
            <a:avLst/>
          </a:prstGeom>
        </p:spPr>
        <p:txBody>
          <a:bodyPr vert="horz" lIns="91440" tIns="45720" rIns="91440" bIns="45720" rtlCol="0">
            <a:normAutofit/>
          </a:bodyPr>
          <a:lstStyle>
            <a:lvl1pPr>
              <a:defRPr>
                <a:solidFill>
                  <a:schemeClr val="tx1"/>
                </a:solidFill>
              </a:defRPr>
            </a:lvl1pPr>
          </a:lstStyle>
          <a:p>
            <a:r>
              <a:rPr lang="en-US"/>
              <a:t>Click to edit Master subtitle style</a:t>
            </a:r>
          </a:p>
        </p:txBody>
      </p:sp>
    </p:spTree>
    <p:extLst>
      <p:ext uri="{BB962C8B-B14F-4D97-AF65-F5344CB8AC3E}">
        <p14:creationId xmlns:p14="http://schemas.microsoft.com/office/powerpoint/2010/main" val="7463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BFBEFA-1B24-BD40-967B-224093822B35}"/>
              </a:ext>
            </a:extLst>
          </p:cNvPr>
          <p:cNvSpPr>
            <a:spLocks noGrp="1"/>
          </p:cNvSpPr>
          <p:nvPr>
            <p:ph idx="1"/>
          </p:nvPr>
        </p:nvSpPr>
        <p:spPr/>
        <p:txBody>
          <a:bodyPr/>
          <a:lstStyle>
            <a:lvl1pPr>
              <a:defRPr b="1" i="0"/>
            </a:lvl1pPr>
            <a:lvl2pPr>
              <a:defRPr b="1" i="0"/>
            </a:lvl2pPr>
            <a:lvl3pPr>
              <a:defRPr b="1" i="0"/>
            </a:lvl3pPr>
            <a:lvl4pPr>
              <a:defRPr b="1" i="0"/>
            </a:lvl4pPr>
            <a:lvl5pPr>
              <a:defRPr b="1" i="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128C1E-32D8-CF48-A92C-E6AC112D0D06}"/>
              </a:ext>
            </a:extLst>
          </p:cNvPr>
          <p:cNvSpPr>
            <a:spLocks noGrp="1"/>
          </p:cNvSpPr>
          <p:nvPr>
            <p:ph type="dt" sz="half" idx="10"/>
          </p:nvPr>
        </p:nvSpPr>
        <p:spPr>
          <a:xfrm>
            <a:off x="0" y="6474714"/>
            <a:ext cx="1546654" cy="365125"/>
          </a:xfrm>
        </p:spPr>
        <p:txBody>
          <a:bodyPr/>
          <a:lstStyle>
            <a:lvl1pPr>
              <a:defRPr b="1" i="0"/>
            </a:lvl1pPr>
          </a:lstStyle>
          <a:p>
            <a:endParaRPr lang="en-US"/>
          </a:p>
        </p:txBody>
      </p:sp>
      <p:sp>
        <p:nvSpPr>
          <p:cNvPr id="7" name="Title Placeholder 1">
            <a:extLst>
              <a:ext uri="{FF2B5EF4-FFF2-40B4-BE49-F238E27FC236}">
                <a16:creationId xmlns:a16="http://schemas.microsoft.com/office/drawing/2014/main" id="{D1CD0E1A-EFF5-9943-8AA6-521A2B23E647}"/>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lvl1pPr>
              <a:defRPr b="1" i="0"/>
            </a:lvl1pPr>
          </a:lstStyle>
          <a:p>
            <a:r>
              <a:rPr lang="en-US"/>
              <a:t>Click to edit Master title style</a:t>
            </a:r>
          </a:p>
        </p:txBody>
      </p:sp>
      <p:sp>
        <p:nvSpPr>
          <p:cNvPr id="2" name="Slide Number Placeholder 5">
            <a:extLst>
              <a:ext uri="{FF2B5EF4-FFF2-40B4-BE49-F238E27FC236}">
                <a16:creationId xmlns:a16="http://schemas.microsoft.com/office/drawing/2014/main" id="{7D6D0ED8-4554-8D7C-BF3E-32AD914B8C8F}"/>
              </a:ext>
            </a:extLst>
          </p:cNvPr>
          <p:cNvSpPr>
            <a:spLocks noGrp="1"/>
          </p:cNvSpPr>
          <p:nvPr>
            <p:ph type="sldNum" sz="quarter" idx="12"/>
          </p:nvPr>
        </p:nvSpPr>
        <p:spPr>
          <a:xfrm>
            <a:off x="11275423" y="6474715"/>
            <a:ext cx="916577" cy="365125"/>
          </a:xfrm>
        </p:spPr>
        <p:txBody>
          <a:bodyPr lIns="0" rIns="0"/>
          <a:lstStyle>
            <a:lvl1pPr>
              <a:defRPr b="1" i="0"/>
            </a:lvl1pPr>
          </a:lstStyle>
          <a:p>
            <a:fld id="{AE678206-0642-9F48-9727-6B519CB285FA}" type="slidenum">
              <a:rPr lang="en-US" smtClean="0"/>
              <a:pPr/>
              <a:t>‹#›</a:t>
            </a:fld>
            <a:endParaRPr lang="en-US"/>
          </a:p>
        </p:txBody>
      </p:sp>
    </p:spTree>
    <p:extLst>
      <p:ext uri="{BB962C8B-B14F-4D97-AF65-F5344CB8AC3E}">
        <p14:creationId xmlns:p14="http://schemas.microsoft.com/office/powerpoint/2010/main" val="571505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768D-628B-BB40-BEE5-32E27182F2C8}"/>
              </a:ext>
            </a:extLst>
          </p:cNvPr>
          <p:cNvSpPr>
            <a:spLocks noGrp="1"/>
          </p:cNvSpPr>
          <p:nvPr>
            <p:ph type="title"/>
          </p:nvPr>
        </p:nvSpPr>
        <p:spPr/>
        <p:txBody>
          <a:bodyPr/>
          <a:lstStyle>
            <a:lvl1pPr>
              <a:defRPr b="1" i="0"/>
            </a:lvl1pPr>
          </a:lstStyle>
          <a:p>
            <a:r>
              <a:rPr lang="en-US"/>
              <a:t>Click to edit Master title style</a:t>
            </a:r>
          </a:p>
        </p:txBody>
      </p:sp>
      <p:sp>
        <p:nvSpPr>
          <p:cNvPr id="3" name="Content Placeholder 2">
            <a:extLst>
              <a:ext uri="{FF2B5EF4-FFF2-40B4-BE49-F238E27FC236}">
                <a16:creationId xmlns:a16="http://schemas.microsoft.com/office/drawing/2014/main" id="{84DA323E-BF1A-8C44-9650-0F8A4E12DCC0}"/>
              </a:ext>
            </a:extLst>
          </p:cNvPr>
          <p:cNvSpPr>
            <a:spLocks noGrp="1"/>
          </p:cNvSpPr>
          <p:nvPr>
            <p:ph sz="half" idx="1"/>
          </p:nvPr>
        </p:nvSpPr>
        <p:spPr>
          <a:xfrm>
            <a:off x="379048" y="1215483"/>
            <a:ext cx="5615353" cy="4225652"/>
          </a:xfrm>
        </p:spPr>
        <p:txBody>
          <a:bodyPr/>
          <a:lstStyle>
            <a:lvl1pPr>
              <a:defRPr b="1" i="0"/>
            </a:lvl1pPr>
            <a:lvl2pPr>
              <a:defRPr b="1" i="0"/>
            </a:lvl2pPr>
            <a:lvl3pPr>
              <a:defRPr b="1" i="0"/>
            </a:lvl3pPr>
            <a:lvl4pPr>
              <a:defRPr b="1" i="0"/>
            </a:lvl4pPr>
            <a:lvl5pPr>
              <a:defRPr b="1" i="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1EEF26-478D-684B-BFF1-D8FD9BE7D5F9}"/>
              </a:ext>
            </a:extLst>
          </p:cNvPr>
          <p:cNvSpPr>
            <a:spLocks noGrp="1"/>
          </p:cNvSpPr>
          <p:nvPr>
            <p:ph sz="half" idx="2"/>
          </p:nvPr>
        </p:nvSpPr>
        <p:spPr>
          <a:xfrm>
            <a:off x="6197600" y="1215483"/>
            <a:ext cx="5613400" cy="4225652"/>
          </a:xfrm>
        </p:spPr>
        <p:txBody>
          <a:bodyPr/>
          <a:lstStyle>
            <a:lvl1pPr>
              <a:defRPr b="1" i="0"/>
            </a:lvl1pPr>
            <a:lvl2pPr>
              <a:defRPr b="1" i="0"/>
            </a:lvl2pPr>
            <a:lvl3pPr>
              <a:defRPr b="1" i="0"/>
            </a:lvl3pPr>
            <a:lvl4pPr>
              <a:defRPr b="1" i="0"/>
            </a:lvl4pPr>
            <a:lvl5pPr>
              <a:defRPr b="1" i="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ABF72E-E074-E741-8514-3417AC9D80AB}"/>
              </a:ext>
            </a:extLst>
          </p:cNvPr>
          <p:cNvSpPr>
            <a:spLocks noGrp="1"/>
          </p:cNvSpPr>
          <p:nvPr>
            <p:ph type="dt" sz="half" idx="10"/>
          </p:nvPr>
        </p:nvSpPr>
        <p:spPr/>
        <p:txBody>
          <a:bodyPr/>
          <a:lstStyle>
            <a:lvl1pPr>
              <a:defRPr b="1" i="0"/>
            </a:lvl1pPr>
          </a:lstStyle>
          <a:p>
            <a:endParaRPr lang="en-US"/>
          </a:p>
        </p:txBody>
      </p:sp>
      <p:sp>
        <p:nvSpPr>
          <p:cNvPr id="7" name="Slide Number Placeholder 6">
            <a:extLst>
              <a:ext uri="{FF2B5EF4-FFF2-40B4-BE49-F238E27FC236}">
                <a16:creationId xmlns:a16="http://schemas.microsoft.com/office/drawing/2014/main" id="{CB44C3EF-E136-164D-954C-112EADD99ADD}"/>
              </a:ext>
            </a:extLst>
          </p:cNvPr>
          <p:cNvSpPr>
            <a:spLocks noGrp="1"/>
          </p:cNvSpPr>
          <p:nvPr>
            <p:ph type="sldNum" sz="quarter" idx="12"/>
          </p:nvPr>
        </p:nvSpPr>
        <p:spPr/>
        <p:txBody>
          <a:bodyPr lIns="0" rIns="0"/>
          <a:lstStyle>
            <a:lvl1pPr>
              <a:defRPr b="1" i="0"/>
            </a:lvl1pPr>
          </a:lstStyle>
          <a:p>
            <a:fld id="{AE678206-0642-9F48-9727-6B519CB285FA}" type="slidenum">
              <a:rPr lang="en-US" smtClean="0"/>
              <a:pPr/>
              <a:t>‹#›</a:t>
            </a:fld>
            <a:endParaRPr lang="en-US"/>
          </a:p>
        </p:txBody>
      </p:sp>
    </p:spTree>
    <p:extLst>
      <p:ext uri="{BB962C8B-B14F-4D97-AF65-F5344CB8AC3E}">
        <p14:creationId xmlns:p14="http://schemas.microsoft.com/office/powerpoint/2010/main" val="661298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310077-12D2-2D4D-8F51-D9CB6B044F9B}"/>
              </a:ext>
            </a:extLst>
          </p:cNvPr>
          <p:cNvSpPr>
            <a:spLocks noGrp="1"/>
          </p:cNvSpPr>
          <p:nvPr>
            <p:ph type="body" idx="1"/>
          </p:nvPr>
        </p:nvSpPr>
        <p:spPr>
          <a:xfrm>
            <a:off x="381001" y="1235113"/>
            <a:ext cx="5617633" cy="823912"/>
          </a:xfrm>
        </p:spPr>
        <p:txBody>
          <a:bodyPr anchor="b"/>
          <a:lstStyle>
            <a:lvl1pPr marL="0" indent="0">
              <a:buNone/>
              <a:defRPr sz="2400" b="1"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E0DF7D1-4D77-4C46-B579-F5861C7459AC}"/>
              </a:ext>
            </a:extLst>
          </p:cNvPr>
          <p:cNvSpPr>
            <a:spLocks noGrp="1"/>
          </p:cNvSpPr>
          <p:nvPr>
            <p:ph sz="half" idx="2"/>
          </p:nvPr>
        </p:nvSpPr>
        <p:spPr>
          <a:xfrm>
            <a:off x="381001" y="2078658"/>
            <a:ext cx="5617633" cy="3362478"/>
          </a:xfrm>
        </p:spPr>
        <p:txBody>
          <a:bodyPr/>
          <a:lstStyle>
            <a:lvl1pPr>
              <a:defRPr b="1" i="0"/>
            </a:lvl1pPr>
            <a:lvl2pPr>
              <a:defRPr b="1" i="0"/>
            </a:lvl2pPr>
            <a:lvl3pPr>
              <a:defRPr b="1" i="0"/>
            </a:lvl3pPr>
            <a:lvl4pPr>
              <a:defRPr b="1" i="0"/>
            </a:lvl4pPr>
            <a:lvl5pPr>
              <a:defRPr b="1" i="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19A1FD-16BD-7B41-8D0F-269780D1BBDC}"/>
              </a:ext>
            </a:extLst>
          </p:cNvPr>
          <p:cNvSpPr>
            <a:spLocks noGrp="1"/>
          </p:cNvSpPr>
          <p:nvPr>
            <p:ph type="body" sz="quarter" idx="3"/>
          </p:nvPr>
        </p:nvSpPr>
        <p:spPr>
          <a:xfrm>
            <a:off x="6172200" y="1235113"/>
            <a:ext cx="5638800" cy="823912"/>
          </a:xfrm>
        </p:spPr>
        <p:txBody>
          <a:bodyPr anchor="b"/>
          <a:lstStyle>
            <a:lvl1pPr marL="0" indent="0">
              <a:buNone/>
              <a:defRPr sz="2400" b="1"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FBAF2E0-F5E8-3946-89DE-62BFD441B2F1}"/>
              </a:ext>
            </a:extLst>
          </p:cNvPr>
          <p:cNvSpPr>
            <a:spLocks noGrp="1"/>
          </p:cNvSpPr>
          <p:nvPr>
            <p:ph sz="quarter" idx="4"/>
          </p:nvPr>
        </p:nvSpPr>
        <p:spPr>
          <a:xfrm>
            <a:off x="6172200" y="2078658"/>
            <a:ext cx="5638800" cy="3362478"/>
          </a:xfrm>
        </p:spPr>
        <p:txBody>
          <a:bodyPr/>
          <a:lstStyle>
            <a:lvl1pPr>
              <a:defRPr b="1" i="0"/>
            </a:lvl1pPr>
            <a:lvl2pPr>
              <a:defRPr b="1" i="0"/>
            </a:lvl2pPr>
            <a:lvl3pPr>
              <a:defRPr b="1" i="0"/>
            </a:lvl3pPr>
            <a:lvl4pPr>
              <a:defRPr b="1" i="0"/>
            </a:lvl4pPr>
            <a:lvl5pPr>
              <a:defRPr b="1" i="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F5BD322-BC93-4244-92C5-7651A7979906}"/>
              </a:ext>
            </a:extLst>
          </p:cNvPr>
          <p:cNvSpPr>
            <a:spLocks noGrp="1"/>
          </p:cNvSpPr>
          <p:nvPr>
            <p:ph type="dt" sz="half" idx="10"/>
          </p:nvPr>
        </p:nvSpPr>
        <p:spPr/>
        <p:txBody>
          <a:bodyPr/>
          <a:lstStyle>
            <a:lvl1pPr>
              <a:defRPr b="1" i="0"/>
            </a:lvl1pPr>
          </a:lstStyle>
          <a:p>
            <a:endParaRPr lang="en-US"/>
          </a:p>
        </p:txBody>
      </p:sp>
      <p:sp>
        <p:nvSpPr>
          <p:cNvPr id="9" name="Slide Number Placeholder 8">
            <a:extLst>
              <a:ext uri="{FF2B5EF4-FFF2-40B4-BE49-F238E27FC236}">
                <a16:creationId xmlns:a16="http://schemas.microsoft.com/office/drawing/2014/main" id="{E03D151B-D611-8446-9323-A31F43088641}"/>
              </a:ext>
            </a:extLst>
          </p:cNvPr>
          <p:cNvSpPr>
            <a:spLocks noGrp="1"/>
          </p:cNvSpPr>
          <p:nvPr>
            <p:ph type="sldNum" sz="quarter" idx="12"/>
          </p:nvPr>
        </p:nvSpPr>
        <p:spPr/>
        <p:txBody>
          <a:bodyPr lIns="0" rIns="0"/>
          <a:lstStyle>
            <a:lvl1pPr>
              <a:defRPr b="1" i="0"/>
            </a:lvl1pPr>
          </a:lstStyle>
          <a:p>
            <a:fld id="{AE678206-0642-9F48-9727-6B519CB285FA}" type="slidenum">
              <a:rPr lang="en-US" smtClean="0"/>
              <a:pPr/>
              <a:t>‹#›</a:t>
            </a:fld>
            <a:endParaRPr lang="en-US"/>
          </a:p>
        </p:txBody>
      </p:sp>
      <p:sp>
        <p:nvSpPr>
          <p:cNvPr id="10" name="Title Placeholder 1">
            <a:extLst>
              <a:ext uri="{FF2B5EF4-FFF2-40B4-BE49-F238E27FC236}">
                <a16:creationId xmlns:a16="http://schemas.microsoft.com/office/drawing/2014/main" id="{419FCA3D-219A-9547-A7A7-4EB9BE7DD721}"/>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lvl1pPr>
              <a:defRPr b="1" i="0"/>
            </a:lvl1pPr>
          </a:lstStyle>
          <a:p>
            <a:r>
              <a:rPr lang="en-US"/>
              <a:t>Click to edit Master title style</a:t>
            </a:r>
          </a:p>
        </p:txBody>
      </p:sp>
    </p:spTree>
    <p:extLst>
      <p:ext uri="{BB962C8B-B14F-4D97-AF65-F5344CB8AC3E}">
        <p14:creationId xmlns:p14="http://schemas.microsoft.com/office/powerpoint/2010/main" val="12046095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Gallery">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DF5BD322-BC93-4244-92C5-7651A7979906}"/>
              </a:ext>
            </a:extLst>
          </p:cNvPr>
          <p:cNvSpPr>
            <a:spLocks noGrp="1"/>
          </p:cNvSpPr>
          <p:nvPr>
            <p:ph type="dt" sz="half" idx="10"/>
          </p:nvPr>
        </p:nvSpPr>
        <p:spPr/>
        <p:txBody>
          <a:bodyPr/>
          <a:lstStyle>
            <a:lvl1pPr>
              <a:defRPr b="1" i="0"/>
            </a:lvl1pPr>
          </a:lstStyle>
          <a:p>
            <a:endParaRPr lang="en-US"/>
          </a:p>
        </p:txBody>
      </p:sp>
      <p:sp>
        <p:nvSpPr>
          <p:cNvPr id="9" name="Slide Number Placeholder 8">
            <a:extLst>
              <a:ext uri="{FF2B5EF4-FFF2-40B4-BE49-F238E27FC236}">
                <a16:creationId xmlns:a16="http://schemas.microsoft.com/office/drawing/2014/main" id="{E03D151B-D611-8446-9323-A31F43088641}"/>
              </a:ext>
            </a:extLst>
          </p:cNvPr>
          <p:cNvSpPr>
            <a:spLocks noGrp="1"/>
          </p:cNvSpPr>
          <p:nvPr>
            <p:ph type="sldNum" sz="quarter" idx="12"/>
          </p:nvPr>
        </p:nvSpPr>
        <p:spPr/>
        <p:txBody>
          <a:bodyPr lIns="0" rIns="0"/>
          <a:lstStyle>
            <a:lvl1pPr>
              <a:defRPr b="1" i="0"/>
            </a:lvl1pPr>
          </a:lstStyle>
          <a:p>
            <a:fld id="{AE678206-0642-9F48-9727-6B519CB285FA}" type="slidenum">
              <a:rPr lang="en-US" smtClean="0"/>
              <a:pPr/>
              <a:t>‹#›</a:t>
            </a:fld>
            <a:endParaRPr lang="en-US"/>
          </a:p>
        </p:txBody>
      </p:sp>
      <p:sp>
        <p:nvSpPr>
          <p:cNvPr id="10" name="Title Placeholder 1">
            <a:extLst>
              <a:ext uri="{FF2B5EF4-FFF2-40B4-BE49-F238E27FC236}">
                <a16:creationId xmlns:a16="http://schemas.microsoft.com/office/drawing/2014/main" id="{419FCA3D-219A-9547-A7A7-4EB9BE7DD721}"/>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lvl1pPr>
              <a:defRPr b="1" i="0"/>
            </a:lvl1pPr>
          </a:lstStyle>
          <a:p>
            <a:r>
              <a:rPr lang="en-US"/>
              <a:t>Click to edit Master title style</a:t>
            </a:r>
          </a:p>
        </p:txBody>
      </p:sp>
      <p:sp>
        <p:nvSpPr>
          <p:cNvPr id="3" name="Picture Placeholder 2">
            <a:extLst>
              <a:ext uri="{FF2B5EF4-FFF2-40B4-BE49-F238E27FC236}">
                <a16:creationId xmlns:a16="http://schemas.microsoft.com/office/drawing/2014/main" id="{7EB05746-5DE4-07B1-5611-4EEBAF38DE1E}"/>
              </a:ext>
            </a:extLst>
          </p:cNvPr>
          <p:cNvSpPr>
            <a:spLocks noGrp="1"/>
          </p:cNvSpPr>
          <p:nvPr>
            <p:ph type="pic" sz="quarter" idx="13"/>
          </p:nvPr>
        </p:nvSpPr>
        <p:spPr>
          <a:xfrm>
            <a:off x="381000" y="1425402"/>
            <a:ext cx="3074469" cy="2081855"/>
          </a:xfrm>
        </p:spPr>
        <p:txBody>
          <a:bodyPr/>
          <a:lstStyle>
            <a:lvl1pPr>
              <a:defRPr b="1" i="0"/>
            </a:lvl1pPr>
          </a:lstStyle>
          <a:p>
            <a:endParaRPr lang="en-US"/>
          </a:p>
        </p:txBody>
      </p:sp>
      <p:sp>
        <p:nvSpPr>
          <p:cNvPr id="4" name="Picture Placeholder 2">
            <a:extLst>
              <a:ext uri="{FF2B5EF4-FFF2-40B4-BE49-F238E27FC236}">
                <a16:creationId xmlns:a16="http://schemas.microsoft.com/office/drawing/2014/main" id="{03F001E6-D6D1-A396-EE07-7790621213EA}"/>
              </a:ext>
            </a:extLst>
          </p:cNvPr>
          <p:cNvSpPr>
            <a:spLocks noGrp="1"/>
          </p:cNvSpPr>
          <p:nvPr>
            <p:ph type="pic" sz="quarter" idx="14"/>
          </p:nvPr>
        </p:nvSpPr>
        <p:spPr>
          <a:xfrm>
            <a:off x="3771394" y="1425402"/>
            <a:ext cx="3074469" cy="2081855"/>
          </a:xfrm>
        </p:spPr>
        <p:txBody>
          <a:bodyPr/>
          <a:lstStyle>
            <a:lvl1pPr>
              <a:defRPr b="1" i="0"/>
            </a:lvl1pPr>
          </a:lstStyle>
          <a:p>
            <a:endParaRPr lang="en-US"/>
          </a:p>
        </p:txBody>
      </p:sp>
      <p:sp>
        <p:nvSpPr>
          <p:cNvPr id="5" name="Picture Placeholder 2">
            <a:extLst>
              <a:ext uri="{FF2B5EF4-FFF2-40B4-BE49-F238E27FC236}">
                <a16:creationId xmlns:a16="http://schemas.microsoft.com/office/drawing/2014/main" id="{02BD7855-1EA6-1102-5122-4BF617ED2DCB}"/>
              </a:ext>
            </a:extLst>
          </p:cNvPr>
          <p:cNvSpPr>
            <a:spLocks noGrp="1"/>
          </p:cNvSpPr>
          <p:nvPr>
            <p:ph type="pic" sz="quarter" idx="15"/>
          </p:nvPr>
        </p:nvSpPr>
        <p:spPr>
          <a:xfrm>
            <a:off x="7178140" y="1425402"/>
            <a:ext cx="3074469" cy="2081855"/>
          </a:xfrm>
        </p:spPr>
        <p:txBody>
          <a:bodyPr/>
          <a:lstStyle>
            <a:lvl1pPr>
              <a:defRPr b="1" i="0"/>
            </a:lvl1pPr>
          </a:lstStyle>
          <a:p>
            <a:endParaRPr lang="en-US"/>
          </a:p>
        </p:txBody>
      </p:sp>
      <p:sp>
        <p:nvSpPr>
          <p:cNvPr id="6" name="Picture Placeholder 2">
            <a:extLst>
              <a:ext uri="{FF2B5EF4-FFF2-40B4-BE49-F238E27FC236}">
                <a16:creationId xmlns:a16="http://schemas.microsoft.com/office/drawing/2014/main" id="{93DB0072-B1E4-2B67-CD64-AFD0CADC50A0}"/>
              </a:ext>
            </a:extLst>
          </p:cNvPr>
          <p:cNvSpPr>
            <a:spLocks noGrp="1"/>
          </p:cNvSpPr>
          <p:nvPr>
            <p:ph type="pic" sz="quarter" idx="16"/>
          </p:nvPr>
        </p:nvSpPr>
        <p:spPr>
          <a:xfrm>
            <a:off x="381000" y="3772092"/>
            <a:ext cx="3074469" cy="2081855"/>
          </a:xfrm>
        </p:spPr>
        <p:txBody>
          <a:bodyPr/>
          <a:lstStyle>
            <a:lvl1pPr>
              <a:defRPr b="1" i="0"/>
            </a:lvl1pPr>
          </a:lstStyle>
          <a:p>
            <a:endParaRPr lang="en-US"/>
          </a:p>
        </p:txBody>
      </p:sp>
      <p:sp>
        <p:nvSpPr>
          <p:cNvPr id="16" name="Picture Placeholder 2">
            <a:extLst>
              <a:ext uri="{FF2B5EF4-FFF2-40B4-BE49-F238E27FC236}">
                <a16:creationId xmlns:a16="http://schemas.microsoft.com/office/drawing/2014/main" id="{F12EFAB6-9D79-46A4-1400-FA689BD1831A}"/>
              </a:ext>
            </a:extLst>
          </p:cNvPr>
          <p:cNvSpPr>
            <a:spLocks noGrp="1"/>
          </p:cNvSpPr>
          <p:nvPr>
            <p:ph type="pic" sz="quarter" idx="17"/>
          </p:nvPr>
        </p:nvSpPr>
        <p:spPr>
          <a:xfrm>
            <a:off x="3771394" y="3772092"/>
            <a:ext cx="3074469" cy="2081855"/>
          </a:xfrm>
        </p:spPr>
        <p:txBody>
          <a:bodyPr/>
          <a:lstStyle>
            <a:lvl1pPr>
              <a:defRPr b="1" i="0"/>
            </a:lvl1pPr>
          </a:lstStyle>
          <a:p>
            <a:endParaRPr lang="en-US"/>
          </a:p>
        </p:txBody>
      </p:sp>
      <p:sp>
        <p:nvSpPr>
          <p:cNvPr id="17" name="Picture Placeholder 2">
            <a:extLst>
              <a:ext uri="{FF2B5EF4-FFF2-40B4-BE49-F238E27FC236}">
                <a16:creationId xmlns:a16="http://schemas.microsoft.com/office/drawing/2014/main" id="{F8E2A34E-676C-226E-E8A6-42635E9CC189}"/>
              </a:ext>
            </a:extLst>
          </p:cNvPr>
          <p:cNvSpPr>
            <a:spLocks noGrp="1"/>
          </p:cNvSpPr>
          <p:nvPr>
            <p:ph type="pic" sz="quarter" idx="18"/>
          </p:nvPr>
        </p:nvSpPr>
        <p:spPr>
          <a:xfrm>
            <a:off x="7178140" y="3772092"/>
            <a:ext cx="3074469" cy="2081855"/>
          </a:xfrm>
        </p:spPr>
        <p:txBody>
          <a:bodyPr/>
          <a:lstStyle>
            <a:lvl1pPr>
              <a:defRPr b="1" i="0"/>
            </a:lvl1pPr>
          </a:lstStyle>
          <a:p>
            <a:endParaRPr lang="en-US"/>
          </a:p>
        </p:txBody>
      </p:sp>
    </p:spTree>
    <p:extLst>
      <p:ext uri="{BB962C8B-B14F-4D97-AF65-F5344CB8AC3E}">
        <p14:creationId xmlns:p14="http://schemas.microsoft.com/office/powerpoint/2010/main" val="2182641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7AE419-AE08-F348-87A6-E9445B339E62}"/>
              </a:ext>
            </a:extLst>
          </p:cNvPr>
          <p:cNvSpPr>
            <a:spLocks noGrp="1"/>
          </p:cNvSpPr>
          <p:nvPr>
            <p:ph type="dt" sz="half" idx="10"/>
          </p:nvPr>
        </p:nvSpPr>
        <p:spPr/>
        <p:txBody>
          <a:bodyPr/>
          <a:lstStyle>
            <a:lvl1pPr>
              <a:defRPr b="1" i="0"/>
            </a:lvl1pPr>
          </a:lstStyle>
          <a:p>
            <a:endParaRPr lang="en-US"/>
          </a:p>
        </p:txBody>
      </p:sp>
      <p:sp>
        <p:nvSpPr>
          <p:cNvPr id="4" name="Slide Number Placeholder 3">
            <a:extLst>
              <a:ext uri="{FF2B5EF4-FFF2-40B4-BE49-F238E27FC236}">
                <a16:creationId xmlns:a16="http://schemas.microsoft.com/office/drawing/2014/main" id="{6D30AFCF-7504-9244-8529-F384A6BDB3AB}"/>
              </a:ext>
            </a:extLst>
          </p:cNvPr>
          <p:cNvSpPr>
            <a:spLocks noGrp="1"/>
          </p:cNvSpPr>
          <p:nvPr>
            <p:ph type="sldNum" sz="quarter" idx="12"/>
          </p:nvPr>
        </p:nvSpPr>
        <p:spPr/>
        <p:txBody>
          <a:bodyPr lIns="0" rIns="0"/>
          <a:lstStyle>
            <a:lvl1pPr>
              <a:defRPr b="1" i="0"/>
            </a:lvl1pPr>
          </a:lstStyle>
          <a:p>
            <a:fld id="{AE678206-0642-9F48-9727-6B519CB285FA}" type="slidenum">
              <a:rPr lang="en-US" smtClean="0"/>
              <a:pPr/>
              <a:t>‹#›</a:t>
            </a:fld>
            <a:endParaRPr lang="en-US"/>
          </a:p>
        </p:txBody>
      </p:sp>
    </p:spTree>
    <p:extLst>
      <p:ext uri="{BB962C8B-B14F-4D97-AF65-F5344CB8AC3E}">
        <p14:creationId xmlns:p14="http://schemas.microsoft.com/office/powerpoint/2010/main" val="2390501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EC417-39B3-8947-8902-0153B5002093}"/>
              </a:ext>
            </a:extLst>
          </p:cNvPr>
          <p:cNvSpPr>
            <a:spLocks noGrp="1"/>
          </p:cNvSpPr>
          <p:nvPr>
            <p:ph type="title"/>
          </p:nvPr>
        </p:nvSpPr>
        <p:spPr>
          <a:xfrm>
            <a:off x="381001" y="457200"/>
            <a:ext cx="3932767" cy="1600200"/>
          </a:xfrm>
        </p:spPr>
        <p:txBody>
          <a:bodyPr anchor="b"/>
          <a:lstStyle>
            <a:lvl1pPr>
              <a:defRPr sz="3200" b="1" i="0"/>
            </a:lvl1pPr>
          </a:lstStyle>
          <a:p>
            <a:r>
              <a:rPr lang="en-US"/>
              <a:t>Click to edit Master title style</a:t>
            </a:r>
          </a:p>
        </p:txBody>
      </p:sp>
      <p:sp>
        <p:nvSpPr>
          <p:cNvPr id="3" name="Content Placeholder 2">
            <a:extLst>
              <a:ext uri="{FF2B5EF4-FFF2-40B4-BE49-F238E27FC236}">
                <a16:creationId xmlns:a16="http://schemas.microsoft.com/office/drawing/2014/main" id="{0790FAD0-D969-274E-8AC0-FC5A894FB3FE}"/>
              </a:ext>
            </a:extLst>
          </p:cNvPr>
          <p:cNvSpPr>
            <a:spLocks noGrp="1"/>
          </p:cNvSpPr>
          <p:nvPr>
            <p:ph idx="1"/>
          </p:nvPr>
        </p:nvSpPr>
        <p:spPr>
          <a:xfrm>
            <a:off x="4642338" y="457201"/>
            <a:ext cx="7168663" cy="5403850"/>
          </a:xfrm>
        </p:spPr>
        <p:txBody>
          <a:bodyPr/>
          <a:lstStyle>
            <a:lvl1pPr>
              <a:defRPr sz="3200" b="1" i="0"/>
            </a:lvl1pPr>
            <a:lvl2pPr>
              <a:defRPr sz="2800" b="1" i="0"/>
            </a:lvl2pPr>
            <a:lvl3pPr>
              <a:defRPr sz="2400" b="1" i="0"/>
            </a:lvl3pPr>
            <a:lvl4pPr>
              <a:defRPr sz="2000" b="1" i="0"/>
            </a:lvl4pPr>
            <a:lvl5pPr>
              <a:defRPr sz="2000" b="1" i="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5FBC2C-9388-6049-AEF3-C1606676A7E6}"/>
              </a:ext>
            </a:extLst>
          </p:cNvPr>
          <p:cNvSpPr>
            <a:spLocks noGrp="1"/>
          </p:cNvSpPr>
          <p:nvPr>
            <p:ph type="body" sz="half" idx="2"/>
          </p:nvPr>
        </p:nvSpPr>
        <p:spPr>
          <a:xfrm>
            <a:off x="381001" y="2274849"/>
            <a:ext cx="3932767" cy="3594139"/>
          </a:xfrm>
        </p:spPr>
        <p:txBody>
          <a:bodyPr/>
          <a:lstStyle>
            <a:lvl1pPr marL="0" indent="0">
              <a:buNone/>
              <a:defRPr sz="1600" b="1" i="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AEA470E-5CA9-A545-B98E-1EFAA05E8BF1}"/>
              </a:ext>
            </a:extLst>
          </p:cNvPr>
          <p:cNvSpPr>
            <a:spLocks noGrp="1"/>
          </p:cNvSpPr>
          <p:nvPr>
            <p:ph type="dt" sz="half" idx="10"/>
          </p:nvPr>
        </p:nvSpPr>
        <p:spPr/>
        <p:txBody>
          <a:bodyPr/>
          <a:lstStyle>
            <a:lvl1pPr>
              <a:defRPr b="1" i="0"/>
            </a:lvl1pPr>
          </a:lstStyle>
          <a:p>
            <a:endParaRPr lang="en-US"/>
          </a:p>
        </p:txBody>
      </p:sp>
      <p:sp>
        <p:nvSpPr>
          <p:cNvPr id="7" name="Slide Number Placeholder 6">
            <a:extLst>
              <a:ext uri="{FF2B5EF4-FFF2-40B4-BE49-F238E27FC236}">
                <a16:creationId xmlns:a16="http://schemas.microsoft.com/office/drawing/2014/main" id="{68F5A757-8D62-3444-9BDB-1CB584B73545}"/>
              </a:ext>
            </a:extLst>
          </p:cNvPr>
          <p:cNvSpPr>
            <a:spLocks noGrp="1"/>
          </p:cNvSpPr>
          <p:nvPr>
            <p:ph type="sldNum" sz="quarter" idx="12"/>
          </p:nvPr>
        </p:nvSpPr>
        <p:spPr/>
        <p:txBody>
          <a:bodyPr lIns="0" rIns="0"/>
          <a:lstStyle>
            <a:lvl1pPr>
              <a:defRPr b="1" i="0"/>
            </a:lvl1pPr>
          </a:lstStyle>
          <a:p>
            <a:fld id="{AE678206-0642-9F48-9727-6B519CB285FA}" type="slidenum">
              <a:rPr lang="en-US" smtClean="0"/>
              <a:pPr/>
              <a:t>‹#›</a:t>
            </a:fld>
            <a:endParaRPr lang="en-US"/>
          </a:p>
        </p:txBody>
      </p:sp>
    </p:spTree>
    <p:extLst>
      <p:ext uri="{BB962C8B-B14F-4D97-AF65-F5344CB8AC3E}">
        <p14:creationId xmlns:p14="http://schemas.microsoft.com/office/powerpoint/2010/main" val="40034916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8E57A-36CB-814D-B1A5-9012A244B555}"/>
              </a:ext>
            </a:extLst>
          </p:cNvPr>
          <p:cNvSpPr>
            <a:spLocks noGrp="1"/>
          </p:cNvSpPr>
          <p:nvPr>
            <p:ph type="title"/>
          </p:nvPr>
        </p:nvSpPr>
        <p:spPr>
          <a:xfrm>
            <a:off x="381001" y="457200"/>
            <a:ext cx="3932767" cy="1600200"/>
          </a:xfrm>
        </p:spPr>
        <p:txBody>
          <a:bodyPr anchor="b"/>
          <a:lstStyle>
            <a:lvl1pPr>
              <a:defRPr sz="3200" b="1" i="0"/>
            </a:lvl1pPr>
          </a:lstStyle>
          <a:p>
            <a:r>
              <a:rPr lang="en-US"/>
              <a:t>Click to edit Master title style</a:t>
            </a:r>
          </a:p>
        </p:txBody>
      </p:sp>
      <p:sp>
        <p:nvSpPr>
          <p:cNvPr id="3" name="Picture Placeholder 2">
            <a:extLst>
              <a:ext uri="{FF2B5EF4-FFF2-40B4-BE49-F238E27FC236}">
                <a16:creationId xmlns:a16="http://schemas.microsoft.com/office/drawing/2014/main" id="{5D3259A3-587A-6D4A-AEF8-E4225996F750}"/>
              </a:ext>
            </a:extLst>
          </p:cNvPr>
          <p:cNvSpPr>
            <a:spLocks noGrp="1"/>
          </p:cNvSpPr>
          <p:nvPr>
            <p:ph type="pic" idx="1"/>
          </p:nvPr>
        </p:nvSpPr>
        <p:spPr>
          <a:xfrm>
            <a:off x="4614203" y="457201"/>
            <a:ext cx="7196798" cy="4983934"/>
          </a:xfrm>
        </p:spPr>
        <p:txBody>
          <a:bodyPr/>
          <a:lstStyle>
            <a:lvl1pPr marL="0" indent="0">
              <a:buNone/>
              <a:defRPr sz="3200" b="1" i="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AC1918-55BE-A644-8FDC-9E18F9A994B4}"/>
              </a:ext>
            </a:extLst>
          </p:cNvPr>
          <p:cNvSpPr>
            <a:spLocks noGrp="1"/>
          </p:cNvSpPr>
          <p:nvPr>
            <p:ph type="body" sz="half" idx="2"/>
          </p:nvPr>
        </p:nvSpPr>
        <p:spPr>
          <a:xfrm>
            <a:off x="381001" y="2274850"/>
            <a:ext cx="3932767" cy="3166286"/>
          </a:xfrm>
        </p:spPr>
        <p:txBody>
          <a:bodyPr/>
          <a:lstStyle>
            <a:lvl1pPr marL="0" indent="0">
              <a:buNone/>
              <a:defRPr sz="1600" b="1" i="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B9DD8F2-DDA7-354F-9FEA-A07E773A64F1}"/>
              </a:ext>
            </a:extLst>
          </p:cNvPr>
          <p:cNvSpPr>
            <a:spLocks noGrp="1"/>
          </p:cNvSpPr>
          <p:nvPr>
            <p:ph type="dt" sz="half" idx="10"/>
          </p:nvPr>
        </p:nvSpPr>
        <p:spPr/>
        <p:txBody>
          <a:bodyPr/>
          <a:lstStyle>
            <a:lvl1pPr>
              <a:defRPr b="1" i="0"/>
            </a:lvl1pPr>
          </a:lstStyle>
          <a:p>
            <a:endParaRPr lang="en-US"/>
          </a:p>
        </p:txBody>
      </p:sp>
      <p:sp>
        <p:nvSpPr>
          <p:cNvPr id="7" name="Slide Number Placeholder 6">
            <a:extLst>
              <a:ext uri="{FF2B5EF4-FFF2-40B4-BE49-F238E27FC236}">
                <a16:creationId xmlns:a16="http://schemas.microsoft.com/office/drawing/2014/main" id="{4B3F2438-4A98-5A4C-9057-FC3F0CBCD520}"/>
              </a:ext>
            </a:extLst>
          </p:cNvPr>
          <p:cNvSpPr>
            <a:spLocks noGrp="1"/>
          </p:cNvSpPr>
          <p:nvPr>
            <p:ph type="sldNum" sz="quarter" idx="12"/>
          </p:nvPr>
        </p:nvSpPr>
        <p:spPr/>
        <p:txBody>
          <a:bodyPr lIns="0" rIns="0"/>
          <a:lstStyle>
            <a:lvl1pPr>
              <a:defRPr b="1" i="0"/>
            </a:lvl1pPr>
          </a:lstStyle>
          <a:p>
            <a:fld id="{AE678206-0642-9F48-9727-6B519CB285FA}" type="slidenum">
              <a:rPr lang="en-US" smtClean="0"/>
              <a:pPr/>
              <a:t>‹#›</a:t>
            </a:fld>
            <a:endParaRPr lang="en-US"/>
          </a:p>
        </p:txBody>
      </p:sp>
    </p:spTree>
    <p:extLst>
      <p:ext uri="{BB962C8B-B14F-4D97-AF65-F5344CB8AC3E}">
        <p14:creationId xmlns:p14="http://schemas.microsoft.com/office/powerpoint/2010/main" val="10774504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r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7AD69-3205-BCCD-4E2D-E72B1D3B187F}"/>
              </a:ext>
            </a:extLst>
          </p:cNvPr>
          <p:cNvSpPr>
            <a:spLocks noGrp="1"/>
          </p:cNvSpPr>
          <p:nvPr>
            <p:ph type="title"/>
          </p:nvPr>
        </p:nvSpPr>
        <p:spPr/>
        <p:txBody>
          <a:bodyPr/>
          <a:lstStyle>
            <a:lvl1pPr>
              <a:defRPr b="1" i="0"/>
            </a:lvl1pPr>
          </a:lstStyle>
          <a:p>
            <a:r>
              <a:rPr lang="en-US"/>
              <a:t>Click to edit Master title style</a:t>
            </a:r>
          </a:p>
        </p:txBody>
      </p:sp>
      <p:sp>
        <p:nvSpPr>
          <p:cNvPr id="3" name="Date Placeholder 2">
            <a:extLst>
              <a:ext uri="{FF2B5EF4-FFF2-40B4-BE49-F238E27FC236}">
                <a16:creationId xmlns:a16="http://schemas.microsoft.com/office/drawing/2014/main" id="{88E0D675-7591-9D83-10A1-2FEED657724E}"/>
              </a:ext>
            </a:extLst>
          </p:cNvPr>
          <p:cNvSpPr>
            <a:spLocks noGrp="1"/>
          </p:cNvSpPr>
          <p:nvPr>
            <p:ph type="dt" sz="half" idx="10"/>
          </p:nvPr>
        </p:nvSpPr>
        <p:spPr/>
        <p:txBody>
          <a:bodyPr/>
          <a:lstStyle>
            <a:lvl1pPr>
              <a:defRPr b="1" i="0"/>
            </a:lvl1pPr>
          </a:lstStyle>
          <a:p>
            <a:endParaRPr lang="en-US"/>
          </a:p>
        </p:txBody>
      </p:sp>
      <p:sp>
        <p:nvSpPr>
          <p:cNvPr id="4" name="Slide Number Placeholder 3">
            <a:extLst>
              <a:ext uri="{FF2B5EF4-FFF2-40B4-BE49-F238E27FC236}">
                <a16:creationId xmlns:a16="http://schemas.microsoft.com/office/drawing/2014/main" id="{56C7773C-2F41-C6E1-AAB5-9601AB572047}"/>
              </a:ext>
            </a:extLst>
          </p:cNvPr>
          <p:cNvSpPr>
            <a:spLocks noGrp="1"/>
          </p:cNvSpPr>
          <p:nvPr>
            <p:ph type="sldNum" sz="quarter" idx="11"/>
          </p:nvPr>
        </p:nvSpPr>
        <p:spPr/>
        <p:txBody>
          <a:bodyPr lIns="0" rIns="0"/>
          <a:lstStyle>
            <a:lvl1pPr>
              <a:defRPr b="1" i="0"/>
            </a:lvl1pPr>
          </a:lstStyle>
          <a:p>
            <a:fld id="{AE678206-0642-9F48-9727-6B519CB285FA}" type="slidenum">
              <a:rPr lang="en-US" smtClean="0"/>
              <a:pPr/>
              <a:t>‹#›</a:t>
            </a:fld>
            <a:endParaRPr lang="en-US"/>
          </a:p>
        </p:txBody>
      </p:sp>
      <p:sp>
        <p:nvSpPr>
          <p:cNvPr id="6" name="Chart Placeholder 5">
            <a:extLst>
              <a:ext uri="{FF2B5EF4-FFF2-40B4-BE49-F238E27FC236}">
                <a16:creationId xmlns:a16="http://schemas.microsoft.com/office/drawing/2014/main" id="{A169B0B5-D05E-C4AE-458A-3F4627989B43}"/>
              </a:ext>
            </a:extLst>
          </p:cNvPr>
          <p:cNvSpPr>
            <a:spLocks noGrp="1"/>
          </p:cNvSpPr>
          <p:nvPr>
            <p:ph type="chart" sz="quarter" idx="12"/>
          </p:nvPr>
        </p:nvSpPr>
        <p:spPr>
          <a:xfrm>
            <a:off x="381000" y="1435100"/>
            <a:ext cx="7510463" cy="4572000"/>
          </a:xfrm>
        </p:spPr>
        <p:txBody>
          <a:bodyPr/>
          <a:lstStyle>
            <a:lvl1pPr>
              <a:defRPr b="1" i="0"/>
            </a:lvl1pPr>
          </a:lstStyle>
          <a:p>
            <a:endParaRPr lang="en-US"/>
          </a:p>
        </p:txBody>
      </p:sp>
      <p:sp>
        <p:nvSpPr>
          <p:cNvPr id="8" name="Text Placeholder 7">
            <a:extLst>
              <a:ext uri="{FF2B5EF4-FFF2-40B4-BE49-F238E27FC236}">
                <a16:creationId xmlns:a16="http://schemas.microsoft.com/office/drawing/2014/main" id="{3AA2623B-F27F-1862-1049-4ADBDCD7601C}"/>
              </a:ext>
            </a:extLst>
          </p:cNvPr>
          <p:cNvSpPr>
            <a:spLocks noGrp="1"/>
          </p:cNvSpPr>
          <p:nvPr>
            <p:ph type="body" sz="quarter" idx="13"/>
          </p:nvPr>
        </p:nvSpPr>
        <p:spPr>
          <a:xfrm>
            <a:off x="8116888" y="1435100"/>
            <a:ext cx="3694112" cy="3417888"/>
          </a:xfrm>
        </p:spPr>
        <p:txBody>
          <a:bodyPr/>
          <a:lstStyle>
            <a:lvl1pPr>
              <a:defRPr b="1" i="0"/>
            </a:lvl1pPr>
            <a:lvl2pPr>
              <a:defRPr b="1" i="0"/>
            </a:lvl2pPr>
            <a:lvl3pPr>
              <a:defRPr b="1" i="0"/>
            </a:lvl3pPr>
            <a:lvl4pPr>
              <a:defRPr b="1" i="0"/>
            </a:lvl4pPr>
            <a:lvl5pPr>
              <a:defRPr b="1"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23373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 Tech Tower">
    <p:bg>
      <p:bgPr>
        <a:solidFill>
          <a:srgbClr val="003057"/>
        </a:solidFill>
        <a:effectLst/>
      </p:bgPr>
    </p:bg>
    <p:spTree>
      <p:nvGrpSpPr>
        <p:cNvPr id="1" name=""/>
        <p:cNvGrpSpPr/>
        <p:nvPr/>
      </p:nvGrpSpPr>
      <p:grpSpPr>
        <a:xfrm>
          <a:off x="0" y="0"/>
          <a:ext cx="0" cy="0"/>
          <a:chOff x="0" y="0"/>
          <a:chExt cx="0" cy="0"/>
        </a:xfrm>
      </p:grpSpPr>
      <p:sp>
        <p:nvSpPr>
          <p:cNvPr id="3" name="Title Placeholder 10">
            <a:extLst>
              <a:ext uri="{FF2B5EF4-FFF2-40B4-BE49-F238E27FC236}">
                <a16:creationId xmlns:a16="http://schemas.microsoft.com/office/drawing/2014/main" id="{F07C9153-7FEC-638D-4ADD-6BB1DD8D4D82}"/>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p>
            <a:r>
              <a:rPr lang="en-US"/>
              <a:t>Click to edit </a:t>
            </a:r>
            <a:br>
              <a:rPr lang="en-US"/>
            </a:br>
            <a:r>
              <a:rPr lang="en-US"/>
              <a:t>Master title style</a:t>
            </a:r>
          </a:p>
        </p:txBody>
      </p:sp>
      <p:sp>
        <p:nvSpPr>
          <p:cNvPr id="4" name="Text Placeholder 11">
            <a:extLst>
              <a:ext uri="{FF2B5EF4-FFF2-40B4-BE49-F238E27FC236}">
                <a16:creationId xmlns:a16="http://schemas.microsoft.com/office/drawing/2014/main" id="{FE485BB9-C655-511D-0A07-5032FD2F8C76}"/>
              </a:ext>
            </a:extLst>
          </p:cNvPr>
          <p:cNvSpPr>
            <a:spLocks noGrp="1"/>
          </p:cNvSpPr>
          <p:nvPr>
            <p:ph idx="1"/>
          </p:nvPr>
        </p:nvSpPr>
        <p:spPr>
          <a:xfrm>
            <a:off x="2447108" y="4441370"/>
            <a:ext cx="8906692" cy="625930"/>
          </a:xfrm>
          <a:prstGeom prst="rect">
            <a:avLst/>
          </a:prstGeom>
        </p:spPr>
        <p:txBody>
          <a:bodyPr vert="horz" lIns="91440" tIns="45720" rIns="91440" bIns="45720" rtlCol="0">
            <a:normAutofit/>
          </a:bodyPr>
          <a:lstStyle>
            <a:lvl1pPr>
              <a:defRPr>
                <a:solidFill>
                  <a:schemeClr val="tx1"/>
                </a:solidFill>
              </a:defRPr>
            </a:lvl1pPr>
          </a:lstStyle>
          <a:p>
            <a:r>
              <a:rPr lang="en-US"/>
              <a:t>Click to edit Master subtitle style</a:t>
            </a:r>
          </a:p>
        </p:txBody>
      </p:sp>
      <p:pic>
        <p:nvPicPr>
          <p:cNvPr id="90" name="GTLogoReverse"/>
          <p:cNvPicPr/>
          <p:nvPr/>
        </p:nvPicPr>
        <p:blipFill>
          <a:blip r:embed="rId2"/>
          <a:stretch>
            <a:fillRect/>
          </a:stretch>
        </p:blipFill>
        <p:spPr>
          <a:xfrm>
            <a:off x="10598000" y="6177000"/>
            <a:ext cx="1308100" cy="393700"/>
          </a:xfrm>
          <a:prstGeom prst="rect">
            <a:avLst/>
          </a:prstGeom>
        </p:spPr>
      </p:pic>
    </p:spTree>
    <p:extLst>
      <p:ext uri="{BB962C8B-B14F-4D97-AF65-F5344CB8AC3E}">
        <p14:creationId xmlns:p14="http://schemas.microsoft.com/office/powerpoint/2010/main" val="37345013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lIns="0" rIns="0"/>
          <a:lstStyle/>
          <a:p>
            <a:pPr algn="r"/>
            <a:fld id="{8A7A6979-0714-4377-B894-6BE4C2D6E202}" type="slidenum">
              <a:rPr lang="en-US" smtClean="0"/>
              <a:t>‹#›</a:t>
            </a:fld>
            <a:endParaRPr lang="en-US"/>
          </a:p>
        </p:txBody>
      </p:sp>
    </p:spTree>
    <p:extLst>
      <p:ext uri="{BB962C8B-B14F-4D97-AF65-F5344CB8AC3E}">
        <p14:creationId xmlns:p14="http://schemas.microsoft.com/office/powerpoint/2010/main" val="23635032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66460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Default 2">
    <p:bg>
      <p:bgPr>
        <a:solidFill>
          <a:srgbClr val="003057"/>
        </a:solidFill>
        <a:effectLst/>
      </p:bgPr>
    </p:bg>
    <p:spTree>
      <p:nvGrpSpPr>
        <p:cNvPr id="1" name=""/>
        <p:cNvGrpSpPr/>
        <p:nvPr/>
      </p:nvGrpSpPr>
      <p:grpSpPr>
        <a:xfrm>
          <a:off x="0" y="0"/>
          <a:ext cx="0" cy="0"/>
          <a:chOff x="0" y="0"/>
          <a:chExt cx="0" cy="0"/>
        </a:xfrm>
      </p:grpSpPr>
      <p:sp>
        <p:nvSpPr>
          <p:cNvPr id="71" name="PlaceHolder 1"/>
          <p:cNvSpPr>
            <a:spLocks noGrp="1"/>
          </p:cNvSpPr>
          <p:nvPr>
            <p:ph type="title"/>
          </p:nvPr>
        </p:nvSpPr>
        <p:spPr>
          <a:xfrm>
            <a:off x="2447280" y="1846080"/>
            <a:ext cx="8906400" cy="2594880"/>
          </a:xfrm>
          <a:prstGeom prst="rect">
            <a:avLst/>
          </a:prstGeom>
          <a:noFill/>
          <a:ln w="0">
            <a:noFill/>
          </a:ln>
        </p:spPr>
        <p:txBody>
          <a:bodyPr lIns="91440" tIns="45720" rIns="91440" bIns="45720" anchor="ctr">
            <a:normAutofit/>
          </a:bodyPr>
          <a:lstStyle>
            <a:lvl1pPr indent="0" algn="l" defTabSz="914400">
              <a:lnSpc>
                <a:spcPct val="90000"/>
              </a:lnSpc>
              <a:buNone/>
              <a:defRPr lang="en-US" sz="3600" b="1" u="none" strike="noStrike">
                <a:solidFill>
                  <a:srgbClr val="003057"/>
                </a:solidFill>
                <a:effectLst/>
                <a:uFillTx/>
                <a:latin typeface="Arial"/>
                <a:ea typeface="Roboto"/>
              </a:defRPr>
            </a:lvl1pPr>
          </a:lstStyle>
          <a:p>
            <a:pPr indent="0" algn="l" defTabSz="914400">
              <a:lnSpc>
                <a:spcPct val="90000"/>
              </a:lnSpc>
              <a:buNone/>
            </a:pPr>
            <a:r>
              <a:rPr lang="en-US" sz="3600" b="1" u="none" strike="noStrike">
                <a:solidFill>
                  <a:srgbClr val="003057"/>
                </a:solidFill>
                <a:effectLst/>
                <a:uFillTx/>
                <a:latin typeface="Arial"/>
                <a:ea typeface="Roboto"/>
              </a:rPr>
              <a:t>Click to edit </a:t>
            </a:r>
            <a:br>
              <a:rPr sz="3600"/>
            </a:br>
            <a:r>
              <a:rPr lang="en-US" sz="3600" b="1" u="none" strike="noStrike">
                <a:solidFill>
                  <a:srgbClr val="003057"/>
                </a:solidFill>
                <a:effectLst/>
                <a:uFillTx/>
                <a:latin typeface="Arial"/>
                <a:ea typeface="Roboto"/>
              </a:rPr>
              <a:t>Master title style</a:t>
            </a:r>
            <a:endParaRPr lang="en-US" sz="3600" b="1" u="none" strike="noStrike">
              <a:solidFill>
                <a:srgbClr val="003057"/>
              </a:solidFill>
              <a:effectLst/>
              <a:uFillTx/>
              <a:latin typeface="Arial"/>
            </a:endParaRPr>
          </a:p>
        </p:txBody>
      </p:sp>
      <p:sp>
        <p:nvSpPr>
          <p:cNvPr id="72" name="PlaceHolder 2"/>
          <p:cNvSpPr>
            <a:spLocks noGrp="1"/>
          </p:cNvSpPr>
          <p:nvPr>
            <p:ph type="body"/>
          </p:nvPr>
        </p:nvSpPr>
        <p:spPr>
          <a:xfrm>
            <a:off x="2447280" y="4441320"/>
            <a:ext cx="8906400" cy="625680"/>
          </a:xfrm>
          <a:prstGeom prst="rect">
            <a:avLst/>
          </a:prstGeom>
          <a:noFill/>
          <a:ln w="0">
            <a:noFill/>
          </a:ln>
        </p:spPr>
        <p:txBody>
          <a:bodyPr lIns="91440" tIns="45720" rIns="91440" bIns="45720" anchor="t">
            <a:normAutofit/>
          </a:bodyPr>
          <a:lstStyle>
            <a:lvl1pPr algn="l" defTabSz="914400">
              <a:lnSpc>
                <a:spcPct val="90000"/>
              </a:lnSpc>
              <a:spcBef>
                <a:spcPts val="1001"/>
              </a:spcBef>
              <a:buClr>
                <a:srgbClr val="003057"/>
              </a:buClr>
              <a:buFont typeface="Arial"/>
              <a:buChar char="•"/>
              <a:defRPr lang="en-US" sz="2400" b="1" u="none" strike="noStrike">
                <a:solidFill>
                  <a:schemeClr val="dk1"/>
                </a:solidFill>
                <a:effectLst/>
                <a:uFillTx/>
                <a:latin typeface="Arial"/>
                <a:ea typeface="Roboto"/>
              </a:defRPr>
            </a:lvl1pPr>
          </a:lstStyle>
          <a:p>
            <a:pPr marL="228600" indent="-228600" algn="l" defTabSz="914400">
              <a:lnSpc>
                <a:spcPct val="90000"/>
              </a:lnSpc>
              <a:spcBef>
                <a:spcPts val="1001"/>
              </a:spcBef>
              <a:buClr>
                <a:srgbClr val="003057"/>
              </a:buClr>
              <a:buFont typeface="Arial"/>
              <a:buChar char="•"/>
            </a:pPr>
            <a:r>
              <a:rPr lang="en-US" sz="2400" b="1" u="none" strike="noStrike">
                <a:solidFill>
                  <a:schemeClr val="dk1"/>
                </a:solidFill>
                <a:effectLst/>
                <a:uFillTx/>
                <a:latin typeface="Arial"/>
                <a:ea typeface="Roboto"/>
              </a:rPr>
              <a:t>Click to edit Master subtitle style</a:t>
            </a:r>
            <a:endParaRPr lang="en-US" sz="2400" b="1" u="none" strike="noStrike">
              <a:solidFill>
                <a:schemeClr val="dk1"/>
              </a:solidFill>
              <a:effectLst/>
              <a:uFillTx/>
              <a:latin typeface="Arial"/>
            </a:endParaRPr>
          </a:p>
        </p:txBody>
      </p:sp>
      <p:pic>
        <p:nvPicPr>
          <p:cNvPr id="73" name="GTLogoReverse"/>
          <p:cNvPicPr/>
          <p:nvPr/>
        </p:nvPicPr>
        <p:blipFill>
          <a:blip r:embed="rId2"/>
          <a:stretch/>
        </p:blipFill>
        <p:spPr>
          <a:xfrm>
            <a:off x="10598040" y="6176880"/>
            <a:ext cx="1307880" cy="393480"/>
          </a:xfrm>
          <a:prstGeom prst="rect">
            <a:avLst/>
          </a:prstGeom>
          <a:noFill/>
          <a:ln w="0">
            <a:noFill/>
          </a:ln>
        </p:spPr>
      </p:pic>
    </p:spTree>
    <p:extLst>
      <p:ext uri="{BB962C8B-B14F-4D97-AF65-F5344CB8AC3E}">
        <p14:creationId xmlns:p14="http://schemas.microsoft.com/office/powerpoint/2010/main" val="28643696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BFBEFA-1B24-BD40-967B-224093822B35}"/>
              </a:ext>
            </a:extLst>
          </p:cNvPr>
          <p:cNvSpPr>
            <a:spLocks noGrp="1"/>
          </p:cNvSpPr>
          <p:nvPr>
            <p:ph idx="1"/>
          </p:nvPr>
        </p:nvSpPr>
        <p:spPr/>
        <p:txBody>
          <a:bodyPr/>
          <a:lstStyle>
            <a:lvl1pPr>
              <a:defRPr b="1" i="0">
                <a:solidFill>
                  <a:srgbClr val="000000"/>
                </a:solidFill>
              </a:defRPr>
            </a:lvl1pPr>
            <a:lvl2pPr>
              <a:defRPr b="1" i="0">
                <a:solidFill>
                  <a:srgbClr val="000000"/>
                </a:solidFill>
              </a:defRPr>
            </a:lvl2pPr>
            <a:lvl3pPr>
              <a:defRPr b="1" i="0">
                <a:solidFill>
                  <a:srgbClr val="000000"/>
                </a:solidFill>
              </a:defRPr>
            </a:lvl3pPr>
            <a:lvl4pPr>
              <a:defRPr b="1" i="0">
                <a:solidFill>
                  <a:srgbClr val="000000"/>
                </a:solidFill>
              </a:defRPr>
            </a:lvl4pPr>
            <a:lvl5pPr>
              <a:defRPr b="1" i="0">
                <a:solidFill>
                  <a:srgbClr val="000000"/>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128C1E-32D8-CF48-A92C-E6AC112D0D06}"/>
              </a:ext>
            </a:extLst>
          </p:cNvPr>
          <p:cNvSpPr>
            <a:spLocks noGrp="1"/>
          </p:cNvSpPr>
          <p:nvPr>
            <p:ph type="dt" sz="half" idx="10"/>
          </p:nvPr>
        </p:nvSpPr>
        <p:spPr/>
        <p:txBody>
          <a:bodyPr/>
          <a:lstStyle>
            <a:lvl1pPr>
              <a:defRPr b="1" i="0"/>
            </a:lvl1pPr>
          </a:lstStyle>
          <a:p>
            <a:endParaRPr lang="en-US"/>
          </a:p>
        </p:txBody>
      </p:sp>
      <p:sp>
        <p:nvSpPr>
          <p:cNvPr id="6" name="Slide Number Placeholder 5">
            <a:extLst>
              <a:ext uri="{FF2B5EF4-FFF2-40B4-BE49-F238E27FC236}">
                <a16:creationId xmlns:a16="http://schemas.microsoft.com/office/drawing/2014/main" id="{4F2FBA1A-F7CC-514B-BEB5-104BA2E09E1E}"/>
              </a:ext>
            </a:extLst>
          </p:cNvPr>
          <p:cNvSpPr>
            <a:spLocks noGrp="1"/>
          </p:cNvSpPr>
          <p:nvPr>
            <p:ph type="sldNum" sz="quarter" idx="12"/>
          </p:nvPr>
        </p:nvSpPr>
        <p:spPr/>
        <p:txBody>
          <a:bodyPr lIns="0" rIns="0"/>
          <a:lstStyle>
            <a:lvl1pPr>
              <a:defRPr b="1" i="0"/>
            </a:lvl1pPr>
          </a:lstStyle>
          <a:p>
            <a:fld id="{AE678206-0642-9F48-9727-6B519CB285FA}" type="slidenum">
              <a:rPr lang="en-US" smtClean="0"/>
              <a:pPr/>
              <a:t>‹#›</a:t>
            </a:fld>
            <a:endParaRPr lang="en-US"/>
          </a:p>
        </p:txBody>
      </p:sp>
      <p:sp>
        <p:nvSpPr>
          <p:cNvPr id="7" name="Title Placeholder 1">
            <a:extLst>
              <a:ext uri="{FF2B5EF4-FFF2-40B4-BE49-F238E27FC236}">
                <a16:creationId xmlns:a16="http://schemas.microsoft.com/office/drawing/2014/main" id="{D1CD0E1A-EFF5-9943-8AA6-521A2B23E647}"/>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lvl1pPr>
              <a:defRPr b="1" i="0"/>
            </a:lvl1pPr>
          </a:lstStyle>
          <a:p>
            <a:r>
              <a:rPr lang="en-US"/>
              <a:t>Click to edit Master title style</a:t>
            </a:r>
          </a:p>
        </p:txBody>
      </p:sp>
    </p:spTree>
    <p:extLst>
      <p:ext uri="{BB962C8B-B14F-4D97-AF65-F5344CB8AC3E}">
        <p14:creationId xmlns:p14="http://schemas.microsoft.com/office/powerpoint/2010/main" val="34613214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768D-628B-BB40-BEE5-32E27182F2C8}"/>
              </a:ext>
            </a:extLst>
          </p:cNvPr>
          <p:cNvSpPr>
            <a:spLocks noGrp="1"/>
          </p:cNvSpPr>
          <p:nvPr>
            <p:ph type="title"/>
          </p:nvPr>
        </p:nvSpPr>
        <p:spPr/>
        <p:txBody>
          <a:bodyPr/>
          <a:lstStyle>
            <a:lvl1pPr>
              <a:defRPr b="1" i="0"/>
            </a:lvl1pPr>
          </a:lstStyle>
          <a:p>
            <a:r>
              <a:rPr lang="en-US"/>
              <a:t>Click to edit Master title style</a:t>
            </a:r>
          </a:p>
        </p:txBody>
      </p:sp>
      <p:sp>
        <p:nvSpPr>
          <p:cNvPr id="3" name="Content Placeholder 2">
            <a:extLst>
              <a:ext uri="{FF2B5EF4-FFF2-40B4-BE49-F238E27FC236}">
                <a16:creationId xmlns:a16="http://schemas.microsoft.com/office/drawing/2014/main" id="{84DA323E-BF1A-8C44-9650-0F8A4E12DCC0}"/>
              </a:ext>
            </a:extLst>
          </p:cNvPr>
          <p:cNvSpPr>
            <a:spLocks noGrp="1"/>
          </p:cNvSpPr>
          <p:nvPr>
            <p:ph sz="half" idx="1"/>
          </p:nvPr>
        </p:nvSpPr>
        <p:spPr>
          <a:xfrm>
            <a:off x="379048" y="1215483"/>
            <a:ext cx="5615353" cy="4225652"/>
          </a:xfrm>
        </p:spPr>
        <p:txBody>
          <a:bodyPr/>
          <a:lstStyle>
            <a:lvl1pPr>
              <a:defRPr b="1" i="0"/>
            </a:lvl1pPr>
            <a:lvl2pPr>
              <a:defRPr b="1" i="0"/>
            </a:lvl2pPr>
            <a:lvl3pPr>
              <a:defRPr b="1" i="0"/>
            </a:lvl3pPr>
            <a:lvl4pPr>
              <a:defRPr b="1" i="0"/>
            </a:lvl4pPr>
            <a:lvl5pPr>
              <a:defRPr b="1" i="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1EEF26-478D-684B-BFF1-D8FD9BE7D5F9}"/>
              </a:ext>
            </a:extLst>
          </p:cNvPr>
          <p:cNvSpPr>
            <a:spLocks noGrp="1"/>
          </p:cNvSpPr>
          <p:nvPr>
            <p:ph sz="half" idx="2"/>
          </p:nvPr>
        </p:nvSpPr>
        <p:spPr>
          <a:xfrm>
            <a:off x="6197600" y="1215483"/>
            <a:ext cx="5613400" cy="4225652"/>
          </a:xfrm>
        </p:spPr>
        <p:txBody>
          <a:bodyPr/>
          <a:lstStyle>
            <a:lvl1pPr>
              <a:defRPr b="1" i="0"/>
            </a:lvl1pPr>
            <a:lvl2pPr>
              <a:defRPr b="1" i="0"/>
            </a:lvl2pPr>
            <a:lvl3pPr>
              <a:defRPr b="1" i="0"/>
            </a:lvl3pPr>
            <a:lvl4pPr>
              <a:defRPr b="1" i="0"/>
            </a:lvl4pPr>
            <a:lvl5pPr>
              <a:defRPr b="1" i="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ABF72E-E074-E741-8514-3417AC9D80AB}"/>
              </a:ext>
            </a:extLst>
          </p:cNvPr>
          <p:cNvSpPr>
            <a:spLocks noGrp="1"/>
          </p:cNvSpPr>
          <p:nvPr>
            <p:ph type="dt" sz="half" idx="10"/>
          </p:nvPr>
        </p:nvSpPr>
        <p:spPr/>
        <p:txBody>
          <a:bodyPr/>
          <a:lstStyle>
            <a:lvl1pPr>
              <a:defRPr b="1" i="0"/>
            </a:lvl1pPr>
          </a:lstStyle>
          <a:p>
            <a:endParaRPr lang="en-US"/>
          </a:p>
        </p:txBody>
      </p:sp>
      <p:sp>
        <p:nvSpPr>
          <p:cNvPr id="7" name="Slide Number Placeholder 6">
            <a:extLst>
              <a:ext uri="{FF2B5EF4-FFF2-40B4-BE49-F238E27FC236}">
                <a16:creationId xmlns:a16="http://schemas.microsoft.com/office/drawing/2014/main" id="{CB44C3EF-E136-164D-954C-112EADD99ADD}"/>
              </a:ext>
            </a:extLst>
          </p:cNvPr>
          <p:cNvSpPr>
            <a:spLocks noGrp="1"/>
          </p:cNvSpPr>
          <p:nvPr>
            <p:ph type="sldNum" sz="quarter" idx="12"/>
          </p:nvPr>
        </p:nvSpPr>
        <p:spPr/>
        <p:txBody>
          <a:bodyPr lIns="0" rIns="0"/>
          <a:lstStyle>
            <a:lvl1pPr>
              <a:defRPr b="1" i="0"/>
            </a:lvl1pPr>
          </a:lstStyle>
          <a:p>
            <a:fld id="{AE678206-0642-9F48-9727-6B519CB285FA}" type="slidenum">
              <a:rPr lang="en-US" smtClean="0"/>
              <a:pPr/>
              <a:t>‹#›</a:t>
            </a:fld>
            <a:endParaRPr lang="en-US"/>
          </a:p>
        </p:txBody>
      </p:sp>
    </p:spTree>
    <p:extLst>
      <p:ext uri="{BB962C8B-B14F-4D97-AF65-F5344CB8AC3E}">
        <p14:creationId xmlns:p14="http://schemas.microsoft.com/office/powerpoint/2010/main" val="31346436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310077-12D2-2D4D-8F51-D9CB6B044F9B}"/>
              </a:ext>
            </a:extLst>
          </p:cNvPr>
          <p:cNvSpPr>
            <a:spLocks noGrp="1"/>
          </p:cNvSpPr>
          <p:nvPr>
            <p:ph type="body" idx="1"/>
          </p:nvPr>
        </p:nvSpPr>
        <p:spPr>
          <a:xfrm>
            <a:off x="381001" y="1235113"/>
            <a:ext cx="5617633" cy="823912"/>
          </a:xfrm>
        </p:spPr>
        <p:txBody>
          <a:bodyPr anchor="b"/>
          <a:lstStyle>
            <a:lvl1pPr marL="0" indent="0">
              <a:buNone/>
              <a:defRPr sz="2400" b="1"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E0DF7D1-4D77-4C46-B579-F5861C7459AC}"/>
              </a:ext>
            </a:extLst>
          </p:cNvPr>
          <p:cNvSpPr>
            <a:spLocks noGrp="1"/>
          </p:cNvSpPr>
          <p:nvPr>
            <p:ph sz="half" idx="2"/>
          </p:nvPr>
        </p:nvSpPr>
        <p:spPr>
          <a:xfrm>
            <a:off x="381001" y="2078658"/>
            <a:ext cx="5617633" cy="3362478"/>
          </a:xfrm>
        </p:spPr>
        <p:txBody>
          <a:bodyPr/>
          <a:lstStyle>
            <a:lvl1pPr>
              <a:defRPr b="1" i="0"/>
            </a:lvl1pPr>
            <a:lvl2pPr>
              <a:defRPr b="1" i="0"/>
            </a:lvl2pPr>
            <a:lvl3pPr>
              <a:defRPr b="1" i="0"/>
            </a:lvl3pPr>
            <a:lvl4pPr>
              <a:defRPr b="1" i="0"/>
            </a:lvl4pPr>
            <a:lvl5pPr>
              <a:defRPr b="1" i="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19A1FD-16BD-7B41-8D0F-269780D1BBDC}"/>
              </a:ext>
            </a:extLst>
          </p:cNvPr>
          <p:cNvSpPr>
            <a:spLocks noGrp="1"/>
          </p:cNvSpPr>
          <p:nvPr>
            <p:ph type="body" sz="quarter" idx="3"/>
          </p:nvPr>
        </p:nvSpPr>
        <p:spPr>
          <a:xfrm>
            <a:off x="6172200" y="1235113"/>
            <a:ext cx="5638800" cy="823912"/>
          </a:xfrm>
        </p:spPr>
        <p:txBody>
          <a:bodyPr anchor="b"/>
          <a:lstStyle>
            <a:lvl1pPr marL="0" indent="0">
              <a:buNone/>
              <a:defRPr sz="2400" b="1"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FBAF2E0-F5E8-3946-89DE-62BFD441B2F1}"/>
              </a:ext>
            </a:extLst>
          </p:cNvPr>
          <p:cNvSpPr>
            <a:spLocks noGrp="1"/>
          </p:cNvSpPr>
          <p:nvPr>
            <p:ph sz="quarter" idx="4"/>
          </p:nvPr>
        </p:nvSpPr>
        <p:spPr>
          <a:xfrm>
            <a:off x="6172200" y="2078658"/>
            <a:ext cx="5638800" cy="3362478"/>
          </a:xfrm>
        </p:spPr>
        <p:txBody>
          <a:bodyPr/>
          <a:lstStyle>
            <a:lvl1pPr>
              <a:defRPr b="1" i="0"/>
            </a:lvl1pPr>
            <a:lvl2pPr>
              <a:defRPr b="1" i="0"/>
            </a:lvl2pPr>
            <a:lvl3pPr>
              <a:defRPr b="1" i="0"/>
            </a:lvl3pPr>
            <a:lvl4pPr>
              <a:defRPr b="1" i="0"/>
            </a:lvl4pPr>
            <a:lvl5pPr>
              <a:defRPr b="1" i="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F5BD322-BC93-4244-92C5-7651A7979906}"/>
              </a:ext>
            </a:extLst>
          </p:cNvPr>
          <p:cNvSpPr>
            <a:spLocks noGrp="1"/>
          </p:cNvSpPr>
          <p:nvPr>
            <p:ph type="dt" sz="half" idx="10"/>
          </p:nvPr>
        </p:nvSpPr>
        <p:spPr/>
        <p:txBody>
          <a:bodyPr/>
          <a:lstStyle>
            <a:lvl1pPr>
              <a:defRPr b="1" i="0"/>
            </a:lvl1pPr>
          </a:lstStyle>
          <a:p>
            <a:endParaRPr lang="en-US"/>
          </a:p>
        </p:txBody>
      </p:sp>
      <p:sp>
        <p:nvSpPr>
          <p:cNvPr id="9" name="Slide Number Placeholder 8">
            <a:extLst>
              <a:ext uri="{FF2B5EF4-FFF2-40B4-BE49-F238E27FC236}">
                <a16:creationId xmlns:a16="http://schemas.microsoft.com/office/drawing/2014/main" id="{E03D151B-D611-8446-9323-A31F43088641}"/>
              </a:ext>
            </a:extLst>
          </p:cNvPr>
          <p:cNvSpPr>
            <a:spLocks noGrp="1"/>
          </p:cNvSpPr>
          <p:nvPr>
            <p:ph type="sldNum" sz="quarter" idx="12"/>
          </p:nvPr>
        </p:nvSpPr>
        <p:spPr/>
        <p:txBody>
          <a:bodyPr lIns="0" rIns="0"/>
          <a:lstStyle>
            <a:lvl1pPr>
              <a:defRPr b="1" i="0"/>
            </a:lvl1pPr>
          </a:lstStyle>
          <a:p>
            <a:fld id="{AE678206-0642-9F48-9727-6B519CB285FA}" type="slidenum">
              <a:rPr lang="en-US" smtClean="0"/>
              <a:pPr/>
              <a:t>‹#›</a:t>
            </a:fld>
            <a:endParaRPr lang="en-US"/>
          </a:p>
        </p:txBody>
      </p:sp>
      <p:sp>
        <p:nvSpPr>
          <p:cNvPr id="10" name="Title Placeholder 1">
            <a:extLst>
              <a:ext uri="{FF2B5EF4-FFF2-40B4-BE49-F238E27FC236}">
                <a16:creationId xmlns:a16="http://schemas.microsoft.com/office/drawing/2014/main" id="{419FCA3D-219A-9547-A7A7-4EB9BE7DD721}"/>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lvl1pPr>
              <a:defRPr b="1" i="0"/>
            </a:lvl1pPr>
          </a:lstStyle>
          <a:p>
            <a:r>
              <a:rPr lang="en-US"/>
              <a:t>Click to edit Master title style</a:t>
            </a:r>
          </a:p>
        </p:txBody>
      </p:sp>
    </p:spTree>
    <p:extLst>
      <p:ext uri="{BB962C8B-B14F-4D97-AF65-F5344CB8AC3E}">
        <p14:creationId xmlns:p14="http://schemas.microsoft.com/office/powerpoint/2010/main" val="3897844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Gallery">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DF5BD322-BC93-4244-92C5-7651A7979906}"/>
              </a:ext>
            </a:extLst>
          </p:cNvPr>
          <p:cNvSpPr>
            <a:spLocks noGrp="1"/>
          </p:cNvSpPr>
          <p:nvPr>
            <p:ph type="dt" sz="half" idx="10"/>
          </p:nvPr>
        </p:nvSpPr>
        <p:spPr/>
        <p:txBody>
          <a:bodyPr/>
          <a:lstStyle>
            <a:lvl1pPr>
              <a:defRPr b="1" i="0"/>
            </a:lvl1pPr>
          </a:lstStyle>
          <a:p>
            <a:endParaRPr lang="en-US"/>
          </a:p>
        </p:txBody>
      </p:sp>
      <p:sp>
        <p:nvSpPr>
          <p:cNvPr id="9" name="Slide Number Placeholder 8">
            <a:extLst>
              <a:ext uri="{FF2B5EF4-FFF2-40B4-BE49-F238E27FC236}">
                <a16:creationId xmlns:a16="http://schemas.microsoft.com/office/drawing/2014/main" id="{E03D151B-D611-8446-9323-A31F43088641}"/>
              </a:ext>
            </a:extLst>
          </p:cNvPr>
          <p:cNvSpPr>
            <a:spLocks noGrp="1"/>
          </p:cNvSpPr>
          <p:nvPr>
            <p:ph type="sldNum" sz="quarter" idx="12"/>
          </p:nvPr>
        </p:nvSpPr>
        <p:spPr/>
        <p:txBody>
          <a:bodyPr lIns="0" rIns="0"/>
          <a:lstStyle>
            <a:lvl1pPr>
              <a:defRPr b="1" i="0"/>
            </a:lvl1pPr>
          </a:lstStyle>
          <a:p>
            <a:fld id="{AE678206-0642-9F48-9727-6B519CB285FA}" type="slidenum">
              <a:rPr lang="en-US" smtClean="0"/>
              <a:pPr/>
              <a:t>‹#›</a:t>
            </a:fld>
            <a:endParaRPr lang="en-US"/>
          </a:p>
        </p:txBody>
      </p:sp>
      <p:sp>
        <p:nvSpPr>
          <p:cNvPr id="10" name="Title Placeholder 1">
            <a:extLst>
              <a:ext uri="{FF2B5EF4-FFF2-40B4-BE49-F238E27FC236}">
                <a16:creationId xmlns:a16="http://schemas.microsoft.com/office/drawing/2014/main" id="{419FCA3D-219A-9547-A7A7-4EB9BE7DD721}"/>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lvl1pPr>
              <a:defRPr b="1" i="0"/>
            </a:lvl1pPr>
          </a:lstStyle>
          <a:p>
            <a:r>
              <a:rPr lang="en-US"/>
              <a:t>Click to edit Master title style</a:t>
            </a:r>
          </a:p>
        </p:txBody>
      </p:sp>
      <p:sp>
        <p:nvSpPr>
          <p:cNvPr id="3" name="Picture Placeholder 2">
            <a:extLst>
              <a:ext uri="{FF2B5EF4-FFF2-40B4-BE49-F238E27FC236}">
                <a16:creationId xmlns:a16="http://schemas.microsoft.com/office/drawing/2014/main" id="{7EB05746-5DE4-07B1-5611-4EEBAF38DE1E}"/>
              </a:ext>
            </a:extLst>
          </p:cNvPr>
          <p:cNvSpPr>
            <a:spLocks noGrp="1"/>
          </p:cNvSpPr>
          <p:nvPr>
            <p:ph type="pic" sz="quarter" idx="13"/>
          </p:nvPr>
        </p:nvSpPr>
        <p:spPr>
          <a:xfrm>
            <a:off x="381000" y="1425402"/>
            <a:ext cx="3074469" cy="2081855"/>
          </a:xfrm>
        </p:spPr>
        <p:txBody>
          <a:bodyPr/>
          <a:lstStyle>
            <a:lvl1pPr>
              <a:defRPr b="1" i="0"/>
            </a:lvl1pPr>
          </a:lstStyle>
          <a:p>
            <a:endParaRPr lang="en-US"/>
          </a:p>
        </p:txBody>
      </p:sp>
      <p:sp>
        <p:nvSpPr>
          <p:cNvPr id="4" name="Picture Placeholder 2">
            <a:extLst>
              <a:ext uri="{FF2B5EF4-FFF2-40B4-BE49-F238E27FC236}">
                <a16:creationId xmlns:a16="http://schemas.microsoft.com/office/drawing/2014/main" id="{03F001E6-D6D1-A396-EE07-7790621213EA}"/>
              </a:ext>
            </a:extLst>
          </p:cNvPr>
          <p:cNvSpPr>
            <a:spLocks noGrp="1"/>
          </p:cNvSpPr>
          <p:nvPr>
            <p:ph type="pic" sz="quarter" idx="14"/>
          </p:nvPr>
        </p:nvSpPr>
        <p:spPr>
          <a:xfrm>
            <a:off x="3771394" y="1425402"/>
            <a:ext cx="3074469" cy="2081855"/>
          </a:xfrm>
        </p:spPr>
        <p:txBody>
          <a:bodyPr/>
          <a:lstStyle>
            <a:lvl1pPr>
              <a:defRPr b="1" i="0"/>
            </a:lvl1pPr>
          </a:lstStyle>
          <a:p>
            <a:endParaRPr lang="en-US"/>
          </a:p>
        </p:txBody>
      </p:sp>
      <p:sp>
        <p:nvSpPr>
          <p:cNvPr id="5" name="Picture Placeholder 2">
            <a:extLst>
              <a:ext uri="{FF2B5EF4-FFF2-40B4-BE49-F238E27FC236}">
                <a16:creationId xmlns:a16="http://schemas.microsoft.com/office/drawing/2014/main" id="{02BD7855-1EA6-1102-5122-4BF617ED2DCB}"/>
              </a:ext>
            </a:extLst>
          </p:cNvPr>
          <p:cNvSpPr>
            <a:spLocks noGrp="1"/>
          </p:cNvSpPr>
          <p:nvPr>
            <p:ph type="pic" sz="quarter" idx="15"/>
          </p:nvPr>
        </p:nvSpPr>
        <p:spPr>
          <a:xfrm>
            <a:off x="7178140" y="1425402"/>
            <a:ext cx="3074469" cy="2081855"/>
          </a:xfrm>
        </p:spPr>
        <p:txBody>
          <a:bodyPr/>
          <a:lstStyle>
            <a:lvl1pPr>
              <a:defRPr b="1" i="0"/>
            </a:lvl1pPr>
          </a:lstStyle>
          <a:p>
            <a:endParaRPr lang="en-US"/>
          </a:p>
        </p:txBody>
      </p:sp>
      <p:sp>
        <p:nvSpPr>
          <p:cNvPr id="6" name="Picture Placeholder 2">
            <a:extLst>
              <a:ext uri="{FF2B5EF4-FFF2-40B4-BE49-F238E27FC236}">
                <a16:creationId xmlns:a16="http://schemas.microsoft.com/office/drawing/2014/main" id="{93DB0072-B1E4-2B67-CD64-AFD0CADC50A0}"/>
              </a:ext>
            </a:extLst>
          </p:cNvPr>
          <p:cNvSpPr>
            <a:spLocks noGrp="1"/>
          </p:cNvSpPr>
          <p:nvPr>
            <p:ph type="pic" sz="quarter" idx="16"/>
          </p:nvPr>
        </p:nvSpPr>
        <p:spPr>
          <a:xfrm>
            <a:off x="381000" y="3772092"/>
            <a:ext cx="3074469" cy="2081855"/>
          </a:xfrm>
        </p:spPr>
        <p:txBody>
          <a:bodyPr/>
          <a:lstStyle>
            <a:lvl1pPr>
              <a:defRPr b="1" i="0"/>
            </a:lvl1pPr>
          </a:lstStyle>
          <a:p>
            <a:endParaRPr lang="en-US"/>
          </a:p>
        </p:txBody>
      </p:sp>
      <p:sp>
        <p:nvSpPr>
          <p:cNvPr id="16" name="Picture Placeholder 2">
            <a:extLst>
              <a:ext uri="{FF2B5EF4-FFF2-40B4-BE49-F238E27FC236}">
                <a16:creationId xmlns:a16="http://schemas.microsoft.com/office/drawing/2014/main" id="{F12EFAB6-9D79-46A4-1400-FA689BD1831A}"/>
              </a:ext>
            </a:extLst>
          </p:cNvPr>
          <p:cNvSpPr>
            <a:spLocks noGrp="1"/>
          </p:cNvSpPr>
          <p:nvPr>
            <p:ph type="pic" sz="quarter" idx="17"/>
          </p:nvPr>
        </p:nvSpPr>
        <p:spPr>
          <a:xfrm>
            <a:off x="3771394" y="3772092"/>
            <a:ext cx="3074469" cy="2081855"/>
          </a:xfrm>
        </p:spPr>
        <p:txBody>
          <a:bodyPr/>
          <a:lstStyle>
            <a:lvl1pPr>
              <a:defRPr b="1" i="0"/>
            </a:lvl1pPr>
          </a:lstStyle>
          <a:p>
            <a:endParaRPr lang="en-US"/>
          </a:p>
        </p:txBody>
      </p:sp>
      <p:sp>
        <p:nvSpPr>
          <p:cNvPr id="17" name="Picture Placeholder 2">
            <a:extLst>
              <a:ext uri="{FF2B5EF4-FFF2-40B4-BE49-F238E27FC236}">
                <a16:creationId xmlns:a16="http://schemas.microsoft.com/office/drawing/2014/main" id="{F8E2A34E-676C-226E-E8A6-42635E9CC189}"/>
              </a:ext>
            </a:extLst>
          </p:cNvPr>
          <p:cNvSpPr>
            <a:spLocks noGrp="1"/>
          </p:cNvSpPr>
          <p:nvPr>
            <p:ph type="pic" sz="quarter" idx="18"/>
          </p:nvPr>
        </p:nvSpPr>
        <p:spPr>
          <a:xfrm>
            <a:off x="7178140" y="3772092"/>
            <a:ext cx="3074469" cy="2081855"/>
          </a:xfrm>
        </p:spPr>
        <p:txBody>
          <a:bodyPr/>
          <a:lstStyle>
            <a:lvl1pPr>
              <a:defRPr b="1" i="0"/>
            </a:lvl1pPr>
          </a:lstStyle>
          <a:p>
            <a:endParaRPr lang="en-US"/>
          </a:p>
        </p:txBody>
      </p:sp>
    </p:spTree>
    <p:extLst>
      <p:ext uri="{BB962C8B-B14F-4D97-AF65-F5344CB8AC3E}">
        <p14:creationId xmlns:p14="http://schemas.microsoft.com/office/powerpoint/2010/main" val="39127694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7AE419-AE08-F348-87A6-E9445B339E62}"/>
              </a:ext>
            </a:extLst>
          </p:cNvPr>
          <p:cNvSpPr>
            <a:spLocks noGrp="1"/>
          </p:cNvSpPr>
          <p:nvPr>
            <p:ph type="dt" sz="half" idx="10"/>
          </p:nvPr>
        </p:nvSpPr>
        <p:spPr/>
        <p:txBody>
          <a:bodyPr/>
          <a:lstStyle>
            <a:lvl1pPr>
              <a:defRPr b="1" i="0"/>
            </a:lvl1pPr>
          </a:lstStyle>
          <a:p>
            <a:endParaRPr lang="en-US"/>
          </a:p>
        </p:txBody>
      </p:sp>
      <p:sp>
        <p:nvSpPr>
          <p:cNvPr id="4" name="Slide Number Placeholder 3">
            <a:extLst>
              <a:ext uri="{FF2B5EF4-FFF2-40B4-BE49-F238E27FC236}">
                <a16:creationId xmlns:a16="http://schemas.microsoft.com/office/drawing/2014/main" id="{6D30AFCF-7504-9244-8529-F384A6BDB3AB}"/>
              </a:ext>
            </a:extLst>
          </p:cNvPr>
          <p:cNvSpPr>
            <a:spLocks noGrp="1"/>
          </p:cNvSpPr>
          <p:nvPr>
            <p:ph type="sldNum" sz="quarter" idx="12"/>
          </p:nvPr>
        </p:nvSpPr>
        <p:spPr/>
        <p:txBody>
          <a:bodyPr lIns="0" rIns="0"/>
          <a:lstStyle>
            <a:lvl1pPr>
              <a:defRPr b="1" i="0"/>
            </a:lvl1pPr>
          </a:lstStyle>
          <a:p>
            <a:fld id="{AE678206-0642-9F48-9727-6B519CB285FA}" type="slidenum">
              <a:rPr lang="en-US" smtClean="0"/>
              <a:pPr/>
              <a:t>‹#›</a:t>
            </a:fld>
            <a:endParaRPr lang="en-US"/>
          </a:p>
        </p:txBody>
      </p:sp>
    </p:spTree>
    <p:extLst>
      <p:ext uri="{BB962C8B-B14F-4D97-AF65-F5344CB8AC3E}">
        <p14:creationId xmlns:p14="http://schemas.microsoft.com/office/powerpoint/2010/main" val="7484307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EC417-39B3-8947-8902-0153B5002093}"/>
              </a:ext>
            </a:extLst>
          </p:cNvPr>
          <p:cNvSpPr>
            <a:spLocks noGrp="1"/>
          </p:cNvSpPr>
          <p:nvPr>
            <p:ph type="title"/>
          </p:nvPr>
        </p:nvSpPr>
        <p:spPr>
          <a:xfrm>
            <a:off x="381001" y="457200"/>
            <a:ext cx="3932767" cy="1600200"/>
          </a:xfrm>
        </p:spPr>
        <p:txBody>
          <a:bodyPr anchor="b"/>
          <a:lstStyle>
            <a:lvl1pPr>
              <a:defRPr sz="3200" b="1" i="0"/>
            </a:lvl1pPr>
          </a:lstStyle>
          <a:p>
            <a:r>
              <a:rPr lang="en-US"/>
              <a:t>Click to edit Master title style</a:t>
            </a:r>
          </a:p>
        </p:txBody>
      </p:sp>
      <p:sp>
        <p:nvSpPr>
          <p:cNvPr id="3" name="Content Placeholder 2">
            <a:extLst>
              <a:ext uri="{FF2B5EF4-FFF2-40B4-BE49-F238E27FC236}">
                <a16:creationId xmlns:a16="http://schemas.microsoft.com/office/drawing/2014/main" id="{0790FAD0-D969-274E-8AC0-FC5A894FB3FE}"/>
              </a:ext>
            </a:extLst>
          </p:cNvPr>
          <p:cNvSpPr>
            <a:spLocks noGrp="1"/>
          </p:cNvSpPr>
          <p:nvPr>
            <p:ph idx="1"/>
          </p:nvPr>
        </p:nvSpPr>
        <p:spPr>
          <a:xfrm>
            <a:off x="4642338" y="457201"/>
            <a:ext cx="7168663" cy="5403850"/>
          </a:xfrm>
        </p:spPr>
        <p:txBody>
          <a:bodyPr/>
          <a:lstStyle>
            <a:lvl1pPr>
              <a:defRPr sz="3200" b="1" i="0"/>
            </a:lvl1pPr>
            <a:lvl2pPr>
              <a:defRPr sz="2800" b="1" i="0"/>
            </a:lvl2pPr>
            <a:lvl3pPr>
              <a:defRPr sz="2400" b="1" i="0"/>
            </a:lvl3pPr>
            <a:lvl4pPr>
              <a:defRPr sz="2000" b="1" i="0"/>
            </a:lvl4pPr>
            <a:lvl5pPr>
              <a:defRPr sz="2000" b="1" i="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5FBC2C-9388-6049-AEF3-C1606676A7E6}"/>
              </a:ext>
            </a:extLst>
          </p:cNvPr>
          <p:cNvSpPr>
            <a:spLocks noGrp="1"/>
          </p:cNvSpPr>
          <p:nvPr>
            <p:ph type="body" sz="half" idx="2"/>
          </p:nvPr>
        </p:nvSpPr>
        <p:spPr>
          <a:xfrm>
            <a:off x="381001" y="2274849"/>
            <a:ext cx="3932767" cy="3594139"/>
          </a:xfrm>
        </p:spPr>
        <p:txBody>
          <a:bodyPr/>
          <a:lstStyle>
            <a:lvl1pPr marL="0" indent="0">
              <a:buNone/>
              <a:defRPr sz="1600" b="1" i="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AEA470E-5CA9-A545-B98E-1EFAA05E8BF1}"/>
              </a:ext>
            </a:extLst>
          </p:cNvPr>
          <p:cNvSpPr>
            <a:spLocks noGrp="1"/>
          </p:cNvSpPr>
          <p:nvPr>
            <p:ph type="dt" sz="half" idx="10"/>
          </p:nvPr>
        </p:nvSpPr>
        <p:spPr/>
        <p:txBody>
          <a:bodyPr/>
          <a:lstStyle>
            <a:lvl1pPr>
              <a:defRPr b="1" i="0"/>
            </a:lvl1pPr>
          </a:lstStyle>
          <a:p>
            <a:endParaRPr lang="en-US"/>
          </a:p>
        </p:txBody>
      </p:sp>
      <p:sp>
        <p:nvSpPr>
          <p:cNvPr id="7" name="Slide Number Placeholder 6">
            <a:extLst>
              <a:ext uri="{FF2B5EF4-FFF2-40B4-BE49-F238E27FC236}">
                <a16:creationId xmlns:a16="http://schemas.microsoft.com/office/drawing/2014/main" id="{68F5A757-8D62-3444-9BDB-1CB584B73545}"/>
              </a:ext>
            </a:extLst>
          </p:cNvPr>
          <p:cNvSpPr>
            <a:spLocks noGrp="1"/>
          </p:cNvSpPr>
          <p:nvPr>
            <p:ph type="sldNum" sz="quarter" idx="12"/>
          </p:nvPr>
        </p:nvSpPr>
        <p:spPr/>
        <p:txBody>
          <a:bodyPr lIns="0" rIns="0"/>
          <a:lstStyle>
            <a:lvl1pPr>
              <a:defRPr b="1" i="0"/>
            </a:lvl1pPr>
          </a:lstStyle>
          <a:p>
            <a:fld id="{AE678206-0642-9F48-9727-6B519CB285FA}" type="slidenum">
              <a:rPr lang="en-US" smtClean="0"/>
              <a:pPr/>
              <a:t>‹#›</a:t>
            </a:fld>
            <a:endParaRPr lang="en-US"/>
          </a:p>
        </p:txBody>
      </p:sp>
    </p:spTree>
    <p:extLst>
      <p:ext uri="{BB962C8B-B14F-4D97-AF65-F5344CB8AC3E}">
        <p14:creationId xmlns:p14="http://schemas.microsoft.com/office/powerpoint/2010/main" val="12011511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8E57A-36CB-814D-B1A5-9012A244B555}"/>
              </a:ext>
            </a:extLst>
          </p:cNvPr>
          <p:cNvSpPr>
            <a:spLocks noGrp="1"/>
          </p:cNvSpPr>
          <p:nvPr>
            <p:ph type="title"/>
          </p:nvPr>
        </p:nvSpPr>
        <p:spPr>
          <a:xfrm>
            <a:off x="381001" y="457200"/>
            <a:ext cx="3932767" cy="1600200"/>
          </a:xfrm>
        </p:spPr>
        <p:txBody>
          <a:bodyPr anchor="b"/>
          <a:lstStyle>
            <a:lvl1pPr>
              <a:defRPr sz="3200" b="1" i="0"/>
            </a:lvl1pPr>
          </a:lstStyle>
          <a:p>
            <a:r>
              <a:rPr lang="en-US"/>
              <a:t>Click to edit Master title style</a:t>
            </a:r>
          </a:p>
        </p:txBody>
      </p:sp>
      <p:sp>
        <p:nvSpPr>
          <p:cNvPr id="3" name="Picture Placeholder 2">
            <a:extLst>
              <a:ext uri="{FF2B5EF4-FFF2-40B4-BE49-F238E27FC236}">
                <a16:creationId xmlns:a16="http://schemas.microsoft.com/office/drawing/2014/main" id="{5D3259A3-587A-6D4A-AEF8-E4225996F750}"/>
              </a:ext>
            </a:extLst>
          </p:cNvPr>
          <p:cNvSpPr>
            <a:spLocks noGrp="1"/>
          </p:cNvSpPr>
          <p:nvPr>
            <p:ph type="pic" idx="1"/>
          </p:nvPr>
        </p:nvSpPr>
        <p:spPr>
          <a:xfrm>
            <a:off x="4614203" y="457201"/>
            <a:ext cx="7196798" cy="4983934"/>
          </a:xfrm>
        </p:spPr>
        <p:txBody>
          <a:bodyPr/>
          <a:lstStyle>
            <a:lvl1pPr marL="0" indent="0">
              <a:buNone/>
              <a:defRPr sz="3200" b="1" i="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AC1918-55BE-A644-8FDC-9E18F9A994B4}"/>
              </a:ext>
            </a:extLst>
          </p:cNvPr>
          <p:cNvSpPr>
            <a:spLocks noGrp="1"/>
          </p:cNvSpPr>
          <p:nvPr>
            <p:ph type="body" sz="half" idx="2"/>
          </p:nvPr>
        </p:nvSpPr>
        <p:spPr>
          <a:xfrm>
            <a:off x="381001" y="2274850"/>
            <a:ext cx="3932767" cy="3166286"/>
          </a:xfrm>
        </p:spPr>
        <p:txBody>
          <a:bodyPr/>
          <a:lstStyle>
            <a:lvl1pPr marL="0" indent="0">
              <a:buNone/>
              <a:defRPr sz="1600" b="1" i="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B9DD8F2-DDA7-354F-9FEA-A07E773A64F1}"/>
              </a:ext>
            </a:extLst>
          </p:cNvPr>
          <p:cNvSpPr>
            <a:spLocks noGrp="1"/>
          </p:cNvSpPr>
          <p:nvPr>
            <p:ph type="dt" sz="half" idx="10"/>
          </p:nvPr>
        </p:nvSpPr>
        <p:spPr/>
        <p:txBody>
          <a:bodyPr/>
          <a:lstStyle>
            <a:lvl1pPr>
              <a:defRPr b="1" i="0"/>
            </a:lvl1pPr>
          </a:lstStyle>
          <a:p>
            <a:endParaRPr lang="en-US"/>
          </a:p>
        </p:txBody>
      </p:sp>
      <p:sp>
        <p:nvSpPr>
          <p:cNvPr id="7" name="Slide Number Placeholder 6">
            <a:extLst>
              <a:ext uri="{FF2B5EF4-FFF2-40B4-BE49-F238E27FC236}">
                <a16:creationId xmlns:a16="http://schemas.microsoft.com/office/drawing/2014/main" id="{4B3F2438-4A98-5A4C-9057-FC3F0CBCD520}"/>
              </a:ext>
            </a:extLst>
          </p:cNvPr>
          <p:cNvSpPr>
            <a:spLocks noGrp="1"/>
          </p:cNvSpPr>
          <p:nvPr>
            <p:ph type="sldNum" sz="quarter" idx="12"/>
          </p:nvPr>
        </p:nvSpPr>
        <p:spPr/>
        <p:txBody>
          <a:bodyPr lIns="0" rIns="0"/>
          <a:lstStyle>
            <a:lvl1pPr>
              <a:defRPr b="1" i="0"/>
            </a:lvl1pPr>
          </a:lstStyle>
          <a:p>
            <a:fld id="{AE678206-0642-9F48-9727-6B519CB285FA}" type="slidenum">
              <a:rPr lang="en-US" smtClean="0"/>
              <a:pPr/>
              <a:t>‹#›</a:t>
            </a:fld>
            <a:endParaRPr lang="en-US"/>
          </a:p>
        </p:txBody>
      </p:sp>
    </p:spTree>
    <p:extLst>
      <p:ext uri="{BB962C8B-B14F-4D97-AF65-F5344CB8AC3E}">
        <p14:creationId xmlns:p14="http://schemas.microsoft.com/office/powerpoint/2010/main" val="24129052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7AD69-3205-BCCD-4E2D-E72B1D3B187F}"/>
              </a:ext>
            </a:extLst>
          </p:cNvPr>
          <p:cNvSpPr>
            <a:spLocks noGrp="1"/>
          </p:cNvSpPr>
          <p:nvPr>
            <p:ph type="title"/>
          </p:nvPr>
        </p:nvSpPr>
        <p:spPr/>
        <p:txBody>
          <a:bodyPr/>
          <a:lstStyle>
            <a:lvl1pPr>
              <a:defRPr b="1" i="0"/>
            </a:lvl1pPr>
          </a:lstStyle>
          <a:p>
            <a:r>
              <a:rPr lang="en-US"/>
              <a:t>Click to edit Master title style</a:t>
            </a:r>
          </a:p>
        </p:txBody>
      </p:sp>
      <p:sp>
        <p:nvSpPr>
          <p:cNvPr id="3" name="Date Placeholder 2">
            <a:extLst>
              <a:ext uri="{FF2B5EF4-FFF2-40B4-BE49-F238E27FC236}">
                <a16:creationId xmlns:a16="http://schemas.microsoft.com/office/drawing/2014/main" id="{88E0D675-7591-9D83-10A1-2FEED657724E}"/>
              </a:ext>
            </a:extLst>
          </p:cNvPr>
          <p:cNvSpPr>
            <a:spLocks noGrp="1"/>
          </p:cNvSpPr>
          <p:nvPr>
            <p:ph type="dt" sz="half" idx="10"/>
          </p:nvPr>
        </p:nvSpPr>
        <p:spPr/>
        <p:txBody>
          <a:bodyPr/>
          <a:lstStyle>
            <a:lvl1pPr>
              <a:defRPr b="1" i="0"/>
            </a:lvl1pPr>
          </a:lstStyle>
          <a:p>
            <a:endParaRPr lang="en-US"/>
          </a:p>
        </p:txBody>
      </p:sp>
      <p:sp>
        <p:nvSpPr>
          <p:cNvPr id="4" name="Slide Number Placeholder 3">
            <a:extLst>
              <a:ext uri="{FF2B5EF4-FFF2-40B4-BE49-F238E27FC236}">
                <a16:creationId xmlns:a16="http://schemas.microsoft.com/office/drawing/2014/main" id="{56C7773C-2F41-C6E1-AAB5-9601AB572047}"/>
              </a:ext>
            </a:extLst>
          </p:cNvPr>
          <p:cNvSpPr>
            <a:spLocks noGrp="1"/>
          </p:cNvSpPr>
          <p:nvPr>
            <p:ph type="sldNum" sz="quarter" idx="11"/>
          </p:nvPr>
        </p:nvSpPr>
        <p:spPr/>
        <p:txBody>
          <a:bodyPr lIns="0" rIns="0"/>
          <a:lstStyle>
            <a:lvl1pPr>
              <a:defRPr b="1" i="0"/>
            </a:lvl1pPr>
          </a:lstStyle>
          <a:p>
            <a:fld id="{AE678206-0642-9F48-9727-6B519CB285FA}" type="slidenum">
              <a:rPr lang="en-US" smtClean="0"/>
              <a:pPr/>
              <a:t>‹#›</a:t>
            </a:fld>
            <a:endParaRPr lang="en-US"/>
          </a:p>
        </p:txBody>
      </p:sp>
      <p:sp>
        <p:nvSpPr>
          <p:cNvPr id="6" name="Chart Placeholder 5">
            <a:extLst>
              <a:ext uri="{FF2B5EF4-FFF2-40B4-BE49-F238E27FC236}">
                <a16:creationId xmlns:a16="http://schemas.microsoft.com/office/drawing/2014/main" id="{A169B0B5-D05E-C4AE-458A-3F4627989B43}"/>
              </a:ext>
            </a:extLst>
          </p:cNvPr>
          <p:cNvSpPr>
            <a:spLocks noGrp="1"/>
          </p:cNvSpPr>
          <p:nvPr>
            <p:ph type="chart" sz="quarter" idx="12"/>
          </p:nvPr>
        </p:nvSpPr>
        <p:spPr>
          <a:xfrm>
            <a:off x="381000" y="1435100"/>
            <a:ext cx="7510463" cy="4572000"/>
          </a:xfrm>
        </p:spPr>
        <p:txBody>
          <a:bodyPr/>
          <a:lstStyle>
            <a:lvl1pPr>
              <a:defRPr b="1" i="0"/>
            </a:lvl1pPr>
          </a:lstStyle>
          <a:p>
            <a:endParaRPr lang="en-US"/>
          </a:p>
        </p:txBody>
      </p:sp>
      <p:sp>
        <p:nvSpPr>
          <p:cNvPr id="8" name="Text Placeholder 7">
            <a:extLst>
              <a:ext uri="{FF2B5EF4-FFF2-40B4-BE49-F238E27FC236}">
                <a16:creationId xmlns:a16="http://schemas.microsoft.com/office/drawing/2014/main" id="{3AA2623B-F27F-1862-1049-4ADBDCD7601C}"/>
              </a:ext>
            </a:extLst>
          </p:cNvPr>
          <p:cNvSpPr>
            <a:spLocks noGrp="1"/>
          </p:cNvSpPr>
          <p:nvPr>
            <p:ph type="body" sz="quarter" idx="13"/>
          </p:nvPr>
        </p:nvSpPr>
        <p:spPr>
          <a:xfrm>
            <a:off x="8116888" y="1435100"/>
            <a:ext cx="3694112" cy="3417888"/>
          </a:xfrm>
        </p:spPr>
        <p:txBody>
          <a:bodyPr/>
          <a:lstStyle>
            <a:lvl1pPr>
              <a:defRPr b="1" i="0"/>
            </a:lvl1pPr>
            <a:lvl2pPr>
              <a:defRPr b="1" i="0"/>
            </a:lvl2pPr>
            <a:lvl3pPr>
              <a:defRPr b="1" i="0"/>
            </a:lvl3pPr>
            <a:lvl4pPr>
              <a:defRPr b="1" i="0"/>
            </a:lvl4pPr>
            <a:lvl5pPr>
              <a:defRPr b="1"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140369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BFBEFA-1B24-BD40-967B-224093822B3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F2FBA1A-F7CC-514B-BEB5-104BA2E09E1E}"/>
              </a:ext>
            </a:extLst>
          </p:cNvPr>
          <p:cNvSpPr>
            <a:spLocks noGrp="1"/>
          </p:cNvSpPr>
          <p:nvPr>
            <p:ph type="sldNum" sz="quarter" idx="12"/>
          </p:nvPr>
        </p:nvSpPr>
        <p:spPr>
          <a:xfrm>
            <a:off x="11275423" y="6474715"/>
            <a:ext cx="916577" cy="365125"/>
          </a:xfrm>
        </p:spPr>
        <p:txBody>
          <a:bodyPr lIns="0" rIns="0"/>
          <a:lstStyle/>
          <a:p>
            <a:pPr algn="r"/>
            <a:fld id="{AE678206-0642-9F48-9727-6B519CB285FA}" type="slidenum">
              <a:rPr lang="en-US" smtClean="0"/>
              <a:t>‹#›</a:t>
            </a:fld>
            <a:endParaRPr lang="en-US"/>
          </a:p>
        </p:txBody>
      </p:sp>
      <p:sp>
        <p:nvSpPr>
          <p:cNvPr id="7" name="Title Placeholder 1">
            <a:extLst>
              <a:ext uri="{FF2B5EF4-FFF2-40B4-BE49-F238E27FC236}">
                <a16:creationId xmlns:a16="http://schemas.microsoft.com/office/drawing/2014/main" id="{D1CD0E1A-EFF5-9943-8AA6-521A2B23E647}"/>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20481985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768D-628B-BB40-BEE5-32E27182F2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DA323E-BF1A-8C44-9650-0F8A4E12DCC0}"/>
              </a:ext>
            </a:extLst>
          </p:cNvPr>
          <p:cNvSpPr>
            <a:spLocks noGrp="1"/>
          </p:cNvSpPr>
          <p:nvPr>
            <p:ph sz="half" idx="1"/>
          </p:nvPr>
        </p:nvSpPr>
        <p:spPr>
          <a:xfrm>
            <a:off x="379048" y="1215483"/>
            <a:ext cx="5615353" cy="422565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1EEF26-478D-684B-BFF1-D8FD9BE7D5F9}"/>
              </a:ext>
            </a:extLst>
          </p:cNvPr>
          <p:cNvSpPr>
            <a:spLocks noGrp="1"/>
          </p:cNvSpPr>
          <p:nvPr>
            <p:ph sz="half" idx="2"/>
          </p:nvPr>
        </p:nvSpPr>
        <p:spPr>
          <a:xfrm>
            <a:off x="6197600" y="1215483"/>
            <a:ext cx="5613400" cy="422565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ABF72E-E074-E741-8514-3417AC9D80AB}"/>
              </a:ext>
            </a:extLst>
          </p:cNvPr>
          <p:cNvSpPr>
            <a:spLocks noGrp="1"/>
          </p:cNvSpPr>
          <p:nvPr>
            <p:ph type="dt" sz="half" idx="10"/>
          </p:nvPr>
        </p:nvSpPr>
        <p:spPr>
          <a:xfrm>
            <a:off x="1408329" y="6182540"/>
            <a:ext cx="1546654"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B44C3EF-E136-164D-954C-112EADD99ADD}"/>
              </a:ext>
            </a:extLst>
          </p:cNvPr>
          <p:cNvSpPr>
            <a:spLocks noGrp="1"/>
          </p:cNvSpPr>
          <p:nvPr>
            <p:ph type="sldNum" sz="quarter" idx="12"/>
          </p:nvPr>
        </p:nvSpPr>
        <p:spPr/>
        <p:txBody>
          <a:bodyPr lIns="0" rIns="0"/>
          <a:lstStyle/>
          <a:p>
            <a:pPr algn="r"/>
            <a:fld id="{AE678206-0642-9F48-9727-6B519CB285FA}" type="slidenum">
              <a:rPr lang="en-US" smtClean="0"/>
              <a:t>‹#›</a:t>
            </a:fld>
            <a:endParaRPr lang="en-US"/>
          </a:p>
        </p:txBody>
      </p:sp>
    </p:spTree>
    <p:extLst>
      <p:ext uri="{BB962C8B-B14F-4D97-AF65-F5344CB8AC3E}">
        <p14:creationId xmlns:p14="http://schemas.microsoft.com/office/powerpoint/2010/main" val="22812004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310077-12D2-2D4D-8F51-D9CB6B044F9B}"/>
              </a:ext>
            </a:extLst>
          </p:cNvPr>
          <p:cNvSpPr>
            <a:spLocks noGrp="1"/>
          </p:cNvSpPr>
          <p:nvPr>
            <p:ph type="body" idx="1"/>
          </p:nvPr>
        </p:nvSpPr>
        <p:spPr>
          <a:xfrm>
            <a:off x="381001" y="1235113"/>
            <a:ext cx="561763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E0DF7D1-4D77-4C46-B579-F5861C7459AC}"/>
              </a:ext>
            </a:extLst>
          </p:cNvPr>
          <p:cNvSpPr>
            <a:spLocks noGrp="1"/>
          </p:cNvSpPr>
          <p:nvPr>
            <p:ph sz="half" idx="2"/>
          </p:nvPr>
        </p:nvSpPr>
        <p:spPr>
          <a:xfrm>
            <a:off x="381001" y="2078658"/>
            <a:ext cx="5617633" cy="336247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19A1FD-16BD-7B41-8D0F-269780D1BBDC}"/>
              </a:ext>
            </a:extLst>
          </p:cNvPr>
          <p:cNvSpPr>
            <a:spLocks noGrp="1"/>
          </p:cNvSpPr>
          <p:nvPr>
            <p:ph type="body" sz="quarter" idx="3"/>
          </p:nvPr>
        </p:nvSpPr>
        <p:spPr>
          <a:xfrm>
            <a:off x="6172200" y="1235113"/>
            <a:ext cx="56388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FBAF2E0-F5E8-3946-89DE-62BFD441B2F1}"/>
              </a:ext>
            </a:extLst>
          </p:cNvPr>
          <p:cNvSpPr>
            <a:spLocks noGrp="1"/>
          </p:cNvSpPr>
          <p:nvPr>
            <p:ph sz="quarter" idx="4"/>
          </p:nvPr>
        </p:nvSpPr>
        <p:spPr>
          <a:xfrm>
            <a:off x="6172200" y="2078658"/>
            <a:ext cx="5638800" cy="336247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F5BD322-BC93-4244-92C5-7651A7979906}"/>
              </a:ext>
            </a:extLst>
          </p:cNvPr>
          <p:cNvSpPr>
            <a:spLocks noGrp="1"/>
          </p:cNvSpPr>
          <p:nvPr>
            <p:ph type="dt" sz="half" idx="10"/>
          </p:nvPr>
        </p:nvSpPr>
        <p:spPr>
          <a:xfrm>
            <a:off x="1408329" y="6182540"/>
            <a:ext cx="1546654"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E03D151B-D611-8446-9323-A31F43088641}"/>
              </a:ext>
            </a:extLst>
          </p:cNvPr>
          <p:cNvSpPr>
            <a:spLocks noGrp="1"/>
          </p:cNvSpPr>
          <p:nvPr>
            <p:ph type="sldNum" sz="quarter" idx="12"/>
          </p:nvPr>
        </p:nvSpPr>
        <p:spPr/>
        <p:txBody>
          <a:bodyPr lIns="0" rIns="0"/>
          <a:lstStyle/>
          <a:p>
            <a:pPr algn="r"/>
            <a:fld id="{AE678206-0642-9F48-9727-6B519CB285FA}" type="slidenum">
              <a:rPr lang="en-US" smtClean="0"/>
              <a:t>‹#›</a:t>
            </a:fld>
            <a:endParaRPr lang="en-US"/>
          </a:p>
        </p:txBody>
      </p:sp>
      <p:sp>
        <p:nvSpPr>
          <p:cNvPr id="10" name="Title Placeholder 1">
            <a:extLst>
              <a:ext uri="{FF2B5EF4-FFF2-40B4-BE49-F238E27FC236}">
                <a16:creationId xmlns:a16="http://schemas.microsoft.com/office/drawing/2014/main" id="{419FCA3D-219A-9547-A7A7-4EB9BE7DD721}"/>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21590041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Gallery">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DF5BD322-BC93-4244-92C5-7651A7979906}"/>
              </a:ext>
            </a:extLst>
          </p:cNvPr>
          <p:cNvSpPr>
            <a:spLocks noGrp="1"/>
          </p:cNvSpPr>
          <p:nvPr>
            <p:ph type="dt" sz="half" idx="10"/>
          </p:nvPr>
        </p:nvSpPr>
        <p:spPr>
          <a:xfrm>
            <a:off x="1408329" y="6182540"/>
            <a:ext cx="1546654"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E03D151B-D611-8446-9323-A31F43088641}"/>
              </a:ext>
            </a:extLst>
          </p:cNvPr>
          <p:cNvSpPr>
            <a:spLocks noGrp="1"/>
          </p:cNvSpPr>
          <p:nvPr>
            <p:ph type="sldNum" sz="quarter" idx="12"/>
          </p:nvPr>
        </p:nvSpPr>
        <p:spPr/>
        <p:txBody>
          <a:bodyPr lIns="0" rIns="0"/>
          <a:lstStyle/>
          <a:p>
            <a:pPr algn="r"/>
            <a:fld id="{AE678206-0642-9F48-9727-6B519CB285FA}" type="slidenum">
              <a:rPr lang="en-US" smtClean="0"/>
              <a:t>‹#›</a:t>
            </a:fld>
            <a:endParaRPr lang="en-US"/>
          </a:p>
        </p:txBody>
      </p:sp>
      <p:sp>
        <p:nvSpPr>
          <p:cNvPr id="10" name="Title Placeholder 1">
            <a:extLst>
              <a:ext uri="{FF2B5EF4-FFF2-40B4-BE49-F238E27FC236}">
                <a16:creationId xmlns:a16="http://schemas.microsoft.com/office/drawing/2014/main" id="{419FCA3D-219A-9547-A7A7-4EB9BE7DD721}"/>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a:t>Click to edit Master title style</a:t>
            </a:r>
          </a:p>
        </p:txBody>
      </p:sp>
      <p:sp>
        <p:nvSpPr>
          <p:cNvPr id="3" name="Picture Placeholder 2">
            <a:extLst>
              <a:ext uri="{FF2B5EF4-FFF2-40B4-BE49-F238E27FC236}">
                <a16:creationId xmlns:a16="http://schemas.microsoft.com/office/drawing/2014/main" id="{7EB05746-5DE4-07B1-5611-4EEBAF38DE1E}"/>
              </a:ext>
            </a:extLst>
          </p:cNvPr>
          <p:cNvSpPr>
            <a:spLocks noGrp="1"/>
          </p:cNvSpPr>
          <p:nvPr>
            <p:ph type="pic" sz="quarter" idx="13"/>
          </p:nvPr>
        </p:nvSpPr>
        <p:spPr>
          <a:xfrm>
            <a:off x="381000" y="1425402"/>
            <a:ext cx="3074469" cy="2081855"/>
          </a:xfrm>
        </p:spPr>
        <p:txBody>
          <a:bodyPr/>
          <a:lstStyle/>
          <a:p>
            <a:endParaRPr lang="en-US"/>
          </a:p>
        </p:txBody>
      </p:sp>
      <p:sp>
        <p:nvSpPr>
          <p:cNvPr id="4" name="Picture Placeholder 2">
            <a:extLst>
              <a:ext uri="{FF2B5EF4-FFF2-40B4-BE49-F238E27FC236}">
                <a16:creationId xmlns:a16="http://schemas.microsoft.com/office/drawing/2014/main" id="{03F001E6-D6D1-A396-EE07-7790621213EA}"/>
              </a:ext>
            </a:extLst>
          </p:cNvPr>
          <p:cNvSpPr>
            <a:spLocks noGrp="1"/>
          </p:cNvSpPr>
          <p:nvPr>
            <p:ph type="pic" sz="quarter" idx="14"/>
          </p:nvPr>
        </p:nvSpPr>
        <p:spPr>
          <a:xfrm>
            <a:off x="3771394" y="1425402"/>
            <a:ext cx="3074469" cy="2081855"/>
          </a:xfrm>
        </p:spPr>
        <p:txBody>
          <a:bodyPr/>
          <a:lstStyle/>
          <a:p>
            <a:endParaRPr lang="en-US"/>
          </a:p>
        </p:txBody>
      </p:sp>
      <p:sp>
        <p:nvSpPr>
          <p:cNvPr id="5" name="Picture Placeholder 2">
            <a:extLst>
              <a:ext uri="{FF2B5EF4-FFF2-40B4-BE49-F238E27FC236}">
                <a16:creationId xmlns:a16="http://schemas.microsoft.com/office/drawing/2014/main" id="{02BD7855-1EA6-1102-5122-4BF617ED2DCB}"/>
              </a:ext>
            </a:extLst>
          </p:cNvPr>
          <p:cNvSpPr>
            <a:spLocks noGrp="1"/>
          </p:cNvSpPr>
          <p:nvPr>
            <p:ph type="pic" sz="quarter" idx="15"/>
          </p:nvPr>
        </p:nvSpPr>
        <p:spPr>
          <a:xfrm>
            <a:off x="7178140" y="1425402"/>
            <a:ext cx="3074469" cy="2081855"/>
          </a:xfrm>
        </p:spPr>
        <p:txBody>
          <a:bodyPr/>
          <a:lstStyle/>
          <a:p>
            <a:endParaRPr lang="en-US"/>
          </a:p>
        </p:txBody>
      </p:sp>
      <p:sp>
        <p:nvSpPr>
          <p:cNvPr id="6" name="Picture Placeholder 2">
            <a:extLst>
              <a:ext uri="{FF2B5EF4-FFF2-40B4-BE49-F238E27FC236}">
                <a16:creationId xmlns:a16="http://schemas.microsoft.com/office/drawing/2014/main" id="{93DB0072-B1E4-2B67-CD64-AFD0CADC50A0}"/>
              </a:ext>
            </a:extLst>
          </p:cNvPr>
          <p:cNvSpPr>
            <a:spLocks noGrp="1"/>
          </p:cNvSpPr>
          <p:nvPr>
            <p:ph type="pic" sz="quarter" idx="16"/>
          </p:nvPr>
        </p:nvSpPr>
        <p:spPr>
          <a:xfrm>
            <a:off x="381000" y="3772092"/>
            <a:ext cx="3074469" cy="2081855"/>
          </a:xfrm>
        </p:spPr>
        <p:txBody>
          <a:bodyPr/>
          <a:lstStyle/>
          <a:p>
            <a:endParaRPr lang="en-US"/>
          </a:p>
        </p:txBody>
      </p:sp>
      <p:sp>
        <p:nvSpPr>
          <p:cNvPr id="16" name="Picture Placeholder 2">
            <a:extLst>
              <a:ext uri="{FF2B5EF4-FFF2-40B4-BE49-F238E27FC236}">
                <a16:creationId xmlns:a16="http://schemas.microsoft.com/office/drawing/2014/main" id="{F12EFAB6-9D79-46A4-1400-FA689BD1831A}"/>
              </a:ext>
            </a:extLst>
          </p:cNvPr>
          <p:cNvSpPr>
            <a:spLocks noGrp="1"/>
          </p:cNvSpPr>
          <p:nvPr>
            <p:ph type="pic" sz="quarter" idx="17"/>
          </p:nvPr>
        </p:nvSpPr>
        <p:spPr>
          <a:xfrm>
            <a:off x="3771394" y="3772092"/>
            <a:ext cx="3074469" cy="2081855"/>
          </a:xfrm>
        </p:spPr>
        <p:txBody>
          <a:bodyPr/>
          <a:lstStyle/>
          <a:p>
            <a:endParaRPr lang="en-US"/>
          </a:p>
        </p:txBody>
      </p:sp>
      <p:sp>
        <p:nvSpPr>
          <p:cNvPr id="17" name="Picture Placeholder 2">
            <a:extLst>
              <a:ext uri="{FF2B5EF4-FFF2-40B4-BE49-F238E27FC236}">
                <a16:creationId xmlns:a16="http://schemas.microsoft.com/office/drawing/2014/main" id="{F8E2A34E-676C-226E-E8A6-42635E9CC189}"/>
              </a:ext>
            </a:extLst>
          </p:cNvPr>
          <p:cNvSpPr>
            <a:spLocks noGrp="1"/>
          </p:cNvSpPr>
          <p:nvPr>
            <p:ph type="pic" sz="quarter" idx="18"/>
          </p:nvPr>
        </p:nvSpPr>
        <p:spPr>
          <a:xfrm>
            <a:off x="7178140" y="3772092"/>
            <a:ext cx="3074469" cy="2081855"/>
          </a:xfrm>
        </p:spPr>
        <p:txBody>
          <a:bodyPr/>
          <a:lstStyle/>
          <a:p>
            <a:endParaRPr lang="en-US"/>
          </a:p>
        </p:txBody>
      </p:sp>
    </p:spTree>
    <p:extLst>
      <p:ext uri="{BB962C8B-B14F-4D97-AF65-F5344CB8AC3E}">
        <p14:creationId xmlns:p14="http://schemas.microsoft.com/office/powerpoint/2010/main" val="9154401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7AE419-AE08-F348-87A6-E9445B339E62}"/>
              </a:ext>
            </a:extLst>
          </p:cNvPr>
          <p:cNvSpPr>
            <a:spLocks noGrp="1"/>
          </p:cNvSpPr>
          <p:nvPr>
            <p:ph type="dt" sz="half" idx="10"/>
          </p:nvPr>
        </p:nvSpPr>
        <p:spPr>
          <a:xfrm>
            <a:off x="1408329" y="6182540"/>
            <a:ext cx="1546654"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D30AFCF-7504-9244-8529-F384A6BDB3AB}"/>
              </a:ext>
            </a:extLst>
          </p:cNvPr>
          <p:cNvSpPr>
            <a:spLocks noGrp="1"/>
          </p:cNvSpPr>
          <p:nvPr>
            <p:ph type="sldNum" sz="quarter" idx="12"/>
          </p:nvPr>
        </p:nvSpPr>
        <p:spPr/>
        <p:txBody>
          <a:bodyPr lIns="0" rIns="0"/>
          <a:lstStyle/>
          <a:p>
            <a:pPr algn="r"/>
            <a:fld id="{AE678206-0642-9F48-9727-6B519CB285FA}" type="slidenum">
              <a:rPr lang="en-US" smtClean="0"/>
              <a:t>‹#›</a:t>
            </a:fld>
            <a:endParaRPr lang="en-US"/>
          </a:p>
        </p:txBody>
      </p:sp>
    </p:spTree>
    <p:extLst>
      <p:ext uri="{BB962C8B-B14F-4D97-AF65-F5344CB8AC3E}">
        <p14:creationId xmlns:p14="http://schemas.microsoft.com/office/powerpoint/2010/main" val="6711101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EC417-39B3-8947-8902-0153B5002093}"/>
              </a:ext>
            </a:extLst>
          </p:cNvPr>
          <p:cNvSpPr>
            <a:spLocks noGrp="1"/>
          </p:cNvSpPr>
          <p:nvPr>
            <p:ph type="title"/>
          </p:nvPr>
        </p:nvSpPr>
        <p:spPr>
          <a:xfrm>
            <a:off x="381001" y="457200"/>
            <a:ext cx="393276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90FAD0-D969-274E-8AC0-FC5A894FB3FE}"/>
              </a:ext>
            </a:extLst>
          </p:cNvPr>
          <p:cNvSpPr>
            <a:spLocks noGrp="1"/>
          </p:cNvSpPr>
          <p:nvPr>
            <p:ph idx="1"/>
          </p:nvPr>
        </p:nvSpPr>
        <p:spPr>
          <a:xfrm>
            <a:off x="4642338" y="457201"/>
            <a:ext cx="7168663"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5FBC2C-9388-6049-AEF3-C1606676A7E6}"/>
              </a:ext>
            </a:extLst>
          </p:cNvPr>
          <p:cNvSpPr>
            <a:spLocks noGrp="1"/>
          </p:cNvSpPr>
          <p:nvPr>
            <p:ph type="body" sz="half" idx="2"/>
          </p:nvPr>
        </p:nvSpPr>
        <p:spPr>
          <a:xfrm>
            <a:off x="381001" y="2274849"/>
            <a:ext cx="3932767" cy="359413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AEA470E-5CA9-A545-B98E-1EFAA05E8BF1}"/>
              </a:ext>
            </a:extLst>
          </p:cNvPr>
          <p:cNvSpPr>
            <a:spLocks noGrp="1"/>
          </p:cNvSpPr>
          <p:nvPr>
            <p:ph type="dt" sz="half" idx="10"/>
          </p:nvPr>
        </p:nvSpPr>
        <p:spPr>
          <a:xfrm>
            <a:off x="1408329" y="6182540"/>
            <a:ext cx="1546654"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68F5A757-8D62-3444-9BDB-1CB584B73545}"/>
              </a:ext>
            </a:extLst>
          </p:cNvPr>
          <p:cNvSpPr>
            <a:spLocks noGrp="1"/>
          </p:cNvSpPr>
          <p:nvPr>
            <p:ph type="sldNum" sz="quarter" idx="12"/>
          </p:nvPr>
        </p:nvSpPr>
        <p:spPr/>
        <p:txBody>
          <a:bodyPr lIns="0" rIns="0"/>
          <a:lstStyle/>
          <a:p>
            <a:pPr algn="r"/>
            <a:fld id="{AE678206-0642-9F48-9727-6B519CB285FA}" type="slidenum">
              <a:rPr lang="en-US" smtClean="0"/>
              <a:t>‹#›</a:t>
            </a:fld>
            <a:endParaRPr lang="en-US"/>
          </a:p>
        </p:txBody>
      </p:sp>
    </p:spTree>
    <p:extLst>
      <p:ext uri="{BB962C8B-B14F-4D97-AF65-F5344CB8AC3E}">
        <p14:creationId xmlns:p14="http://schemas.microsoft.com/office/powerpoint/2010/main" val="175233200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8E57A-36CB-814D-B1A5-9012A244B555}"/>
              </a:ext>
            </a:extLst>
          </p:cNvPr>
          <p:cNvSpPr>
            <a:spLocks noGrp="1"/>
          </p:cNvSpPr>
          <p:nvPr>
            <p:ph type="title"/>
          </p:nvPr>
        </p:nvSpPr>
        <p:spPr>
          <a:xfrm>
            <a:off x="381001" y="457200"/>
            <a:ext cx="393276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3259A3-587A-6D4A-AEF8-E4225996F750}"/>
              </a:ext>
            </a:extLst>
          </p:cNvPr>
          <p:cNvSpPr>
            <a:spLocks noGrp="1"/>
          </p:cNvSpPr>
          <p:nvPr>
            <p:ph type="pic" idx="1"/>
          </p:nvPr>
        </p:nvSpPr>
        <p:spPr>
          <a:xfrm>
            <a:off x="4614203" y="457201"/>
            <a:ext cx="7196798" cy="498393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AC1918-55BE-A644-8FDC-9E18F9A994B4}"/>
              </a:ext>
            </a:extLst>
          </p:cNvPr>
          <p:cNvSpPr>
            <a:spLocks noGrp="1"/>
          </p:cNvSpPr>
          <p:nvPr>
            <p:ph type="body" sz="half" idx="2"/>
          </p:nvPr>
        </p:nvSpPr>
        <p:spPr>
          <a:xfrm>
            <a:off x="381001" y="2274850"/>
            <a:ext cx="3932767" cy="31662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B9DD8F2-DDA7-354F-9FEA-A07E773A64F1}"/>
              </a:ext>
            </a:extLst>
          </p:cNvPr>
          <p:cNvSpPr>
            <a:spLocks noGrp="1"/>
          </p:cNvSpPr>
          <p:nvPr>
            <p:ph type="dt" sz="half" idx="10"/>
          </p:nvPr>
        </p:nvSpPr>
        <p:spPr>
          <a:xfrm>
            <a:off x="1408329" y="6182540"/>
            <a:ext cx="1546654"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4B3F2438-4A98-5A4C-9057-FC3F0CBCD520}"/>
              </a:ext>
            </a:extLst>
          </p:cNvPr>
          <p:cNvSpPr>
            <a:spLocks noGrp="1"/>
          </p:cNvSpPr>
          <p:nvPr>
            <p:ph type="sldNum" sz="quarter" idx="12"/>
          </p:nvPr>
        </p:nvSpPr>
        <p:spPr/>
        <p:txBody>
          <a:bodyPr lIns="0" rIns="0"/>
          <a:lstStyle/>
          <a:p>
            <a:pPr algn="r"/>
            <a:fld id="{AE678206-0642-9F48-9727-6B519CB285FA}" type="slidenum">
              <a:rPr lang="en-US" smtClean="0"/>
              <a:t>‹#›</a:t>
            </a:fld>
            <a:endParaRPr lang="en-US"/>
          </a:p>
        </p:txBody>
      </p:sp>
    </p:spTree>
    <p:extLst>
      <p:ext uri="{BB962C8B-B14F-4D97-AF65-F5344CB8AC3E}">
        <p14:creationId xmlns:p14="http://schemas.microsoft.com/office/powerpoint/2010/main" val="349676066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har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7AD69-3205-BCCD-4E2D-E72B1D3B187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E0D675-7591-9D83-10A1-2FEED657724E}"/>
              </a:ext>
            </a:extLst>
          </p:cNvPr>
          <p:cNvSpPr>
            <a:spLocks noGrp="1"/>
          </p:cNvSpPr>
          <p:nvPr>
            <p:ph type="dt" sz="half" idx="10"/>
          </p:nvPr>
        </p:nvSpPr>
        <p:spPr>
          <a:xfrm>
            <a:off x="1408329" y="6182540"/>
            <a:ext cx="1546654"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56C7773C-2F41-C6E1-AAB5-9601AB572047}"/>
              </a:ext>
            </a:extLst>
          </p:cNvPr>
          <p:cNvSpPr>
            <a:spLocks noGrp="1"/>
          </p:cNvSpPr>
          <p:nvPr>
            <p:ph type="sldNum" sz="quarter" idx="11"/>
          </p:nvPr>
        </p:nvSpPr>
        <p:spPr/>
        <p:txBody>
          <a:bodyPr lIns="0" rIns="0"/>
          <a:lstStyle/>
          <a:p>
            <a:fld id="{AE678206-0642-9F48-9727-6B519CB285FA}" type="slidenum">
              <a:rPr lang="en-US" smtClean="0"/>
              <a:pPr/>
              <a:t>‹#›</a:t>
            </a:fld>
            <a:endParaRPr lang="en-US"/>
          </a:p>
        </p:txBody>
      </p:sp>
      <p:sp>
        <p:nvSpPr>
          <p:cNvPr id="6" name="Chart Placeholder 5">
            <a:extLst>
              <a:ext uri="{FF2B5EF4-FFF2-40B4-BE49-F238E27FC236}">
                <a16:creationId xmlns:a16="http://schemas.microsoft.com/office/drawing/2014/main" id="{A169B0B5-D05E-C4AE-458A-3F4627989B43}"/>
              </a:ext>
            </a:extLst>
          </p:cNvPr>
          <p:cNvSpPr>
            <a:spLocks noGrp="1"/>
          </p:cNvSpPr>
          <p:nvPr>
            <p:ph type="chart" sz="quarter" idx="12"/>
          </p:nvPr>
        </p:nvSpPr>
        <p:spPr>
          <a:xfrm>
            <a:off x="381000" y="1435100"/>
            <a:ext cx="7510463" cy="4572000"/>
          </a:xfrm>
        </p:spPr>
        <p:txBody>
          <a:bodyPr/>
          <a:lstStyle/>
          <a:p>
            <a:endParaRPr lang="en-US"/>
          </a:p>
        </p:txBody>
      </p:sp>
      <p:sp>
        <p:nvSpPr>
          <p:cNvPr id="8" name="Text Placeholder 7">
            <a:extLst>
              <a:ext uri="{FF2B5EF4-FFF2-40B4-BE49-F238E27FC236}">
                <a16:creationId xmlns:a16="http://schemas.microsoft.com/office/drawing/2014/main" id="{3AA2623B-F27F-1862-1049-4ADBDCD7601C}"/>
              </a:ext>
            </a:extLst>
          </p:cNvPr>
          <p:cNvSpPr>
            <a:spLocks noGrp="1"/>
          </p:cNvSpPr>
          <p:nvPr>
            <p:ph type="body" sz="quarter" idx="13"/>
          </p:nvPr>
        </p:nvSpPr>
        <p:spPr>
          <a:xfrm>
            <a:off x="8116888" y="1435100"/>
            <a:ext cx="3694112" cy="3417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662432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 Tech Tower">
    <p:bg>
      <p:bgPr>
        <a:solidFill>
          <a:srgbClr val="003057"/>
        </a:solidFill>
        <a:effectLst/>
      </p:bgPr>
    </p:bg>
    <p:spTree>
      <p:nvGrpSpPr>
        <p:cNvPr id="1" name=""/>
        <p:cNvGrpSpPr/>
        <p:nvPr/>
      </p:nvGrpSpPr>
      <p:grpSpPr>
        <a:xfrm>
          <a:off x="0" y="0"/>
          <a:ext cx="0" cy="0"/>
          <a:chOff x="0" y="0"/>
          <a:chExt cx="0" cy="0"/>
        </a:xfrm>
      </p:grpSpPr>
      <p:sp>
        <p:nvSpPr>
          <p:cNvPr id="3" name="Title Placeholder 10">
            <a:extLst>
              <a:ext uri="{FF2B5EF4-FFF2-40B4-BE49-F238E27FC236}">
                <a16:creationId xmlns:a16="http://schemas.microsoft.com/office/drawing/2014/main" id="{F07C9153-7FEC-638D-4ADD-6BB1DD8D4D82}"/>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p>
            <a:r>
              <a:rPr lang="en-US"/>
              <a:t>Click to edit </a:t>
            </a:r>
            <a:br>
              <a:rPr lang="en-US"/>
            </a:br>
            <a:r>
              <a:rPr lang="en-US"/>
              <a:t>Master title style</a:t>
            </a:r>
          </a:p>
        </p:txBody>
      </p:sp>
      <p:sp>
        <p:nvSpPr>
          <p:cNvPr id="4" name="Text Placeholder 11">
            <a:extLst>
              <a:ext uri="{FF2B5EF4-FFF2-40B4-BE49-F238E27FC236}">
                <a16:creationId xmlns:a16="http://schemas.microsoft.com/office/drawing/2014/main" id="{FE485BB9-C655-511D-0A07-5032FD2F8C76}"/>
              </a:ext>
            </a:extLst>
          </p:cNvPr>
          <p:cNvSpPr>
            <a:spLocks noGrp="1"/>
          </p:cNvSpPr>
          <p:nvPr>
            <p:ph idx="1"/>
          </p:nvPr>
        </p:nvSpPr>
        <p:spPr>
          <a:xfrm>
            <a:off x="2447108" y="4441370"/>
            <a:ext cx="8906692" cy="625930"/>
          </a:xfrm>
          <a:prstGeom prst="rect">
            <a:avLst/>
          </a:prstGeom>
        </p:spPr>
        <p:txBody>
          <a:bodyPr vert="horz" lIns="91440" tIns="45720" rIns="91440" bIns="45720" rtlCol="0">
            <a:normAutofit/>
          </a:bodyPr>
          <a:lstStyle>
            <a:lvl1pPr>
              <a:defRPr>
                <a:solidFill>
                  <a:schemeClr val="tx1"/>
                </a:solidFill>
              </a:defRPr>
            </a:lvl1pPr>
          </a:lstStyle>
          <a:p>
            <a:r>
              <a:rPr lang="en-US"/>
              <a:t>Click to edit Master subtitle style</a:t>
            </a:r>
          </a:p>
        </p:txBody>
      </p:sp>
      <p:pic>
        <p:nvPicPr>
          <p:cNvPr id="90" name="GTLogoReverse"/>
          <p:cNvPicPr/>
          <p:nvPr/>
        </p:nvPicPr>
        <p:blipFill>
          <a:blip r:embed="rId2"/>
          <a:stretch>
            <a:fillRect/>
          </a:stretch>
        </p:blipFill>
        <p:spPr>
          <a:xfrm>
            <a:off x="10598000" y="6177000"/>
            <a:ext cx="1308100" cy="393700"/>
          </a:xfrm>
          <a:prstGeom prst="rect">
            <a:avLst/>
          </a:prstGeom>
        </p:spPr>
      </p:pic>
    </p:spTree>
    <p:extLst>
      <p:ext uri="{BB962C8B-B14F-4D97-AF65-F5344CB8AC3E}">
        <p14:creationId xmlns:p14="http://schemas.microsoft.com/office/powerpoint/2010/main" val="25197144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Dividers - Tech Tow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0">
            <a:extLst>
              <a:ext uri="{FF2B5EF4-FFF2-40B4-BE49-F238E27FC236}">
                <a16:creationId xmlns:a16="http://schemas.microsoft.com/office/drawing/2014/main" id="{6B75A76D-59A5-A55D-8427-D310560791ED}"/>
              </a:ext>
            </a:extLst>
          </p:cNvPr>
          <p:cNvSpPr>
            <a:spLocks noGrp="1"/>
          </p:cNvSpPr>
          <p:nvPr>
            <p:ph type="title"/>
          </p:nvPr>
        </p:nvSpPr>
        <p:spPr>
          <a:xfrm>
            <a:off x="1642654" y="1948985"/>
            <a:ext cx="8906692" cy="2960028"/>
          </a:xfrm>
          <a:prstGeom prst="rect">
            <a:avLst/>
          </a:prstGeom>
        </p:spPr>
        <p:txBody>
          <a:bodyPr vert="horz" lIns="91440" tIns="45720" rIns="91440" bIns="45720" rtlCol="0" anchor="ctr">
            <a:normAutofit/>
          </a:bodyPr>
          <a:lstStyle/>
          <a:p>
            <a:r>
              <a:rPr lang="en-US"/>
              <a:t>Click to edit </a:t>
            </a:r>
            <a:br>
              <a:rPr lang="en-US"/>
            </a:br>
            <a:r>
              <a:rPr lang="en-US"/>
              <a:t>Master title style</a:t>
            </a:r>
          </a:p>
        </p:txBody>
      </p:sp>
    </p:spTree>
    <p:extLst>
      <p:ext uri="{BB962C8B-B14F-4D97-AF65-F5344CB8AC3E}">
        <p14:creationId xmlns:p14="http://schemas.microsoft.com/office/powerpoint/2010/main" val="354676050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itle Placeholder 10">
            <a:extLst>
              <a:ext uri="{FF2B5EF4-FFF2-40B4-BE49-F238E27FC236}">
                <a16:creationId xmlns:a16="http://schemas.microsoft.com/office/drawing/2014/main" id="{03435116-8EC1-A548-452A-A5744ECD0FD6}"/>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p>
            <a:r>
              <a:rPr lang="en-US"/>
              <a:t>Click to edit </a:t>
            </a:r>
            <a:br>
              <a:rPr lang="en-US"/>
            </a:br>
            <a:r>
              <a:rPr lang="en-US"/>
              <a:t>Master title style</a:t>
            </a:r>
          </a:p>
        </p:txBody>
      </p:sp>
      <p:sp>
        <p:nvSpPr>
          <p:cNvPr id="11" name="Text Placeholder 11">
            <a:extLst>
              <a:ext uri="{FF2B5EF4-FFF2-40B4-BE49-F238E27FC236}">
                <a16:creationId xmlns:a16="http://schemas.microsoft.com/office/drawing/2014/main" id="{BE800B03-ECF5-F0B1-7514-4FC09CECE7E4}"/>
              </a:ext>
            </a:extLst>
          </p:cNvPr>
          <p:cNvSpPr>
            <a:spLocks noGrp="1"/>
          </p:cNvSpPr>
          <p:nvPr>
            <p:ph idx="1"/>
          </p:nvPr>
        </p:nvSpPr>
        <p:spPr>
          <a:xfrm>
            <a:off x="2447108" y="4441370"/>
            <a:ext cx="8906692" cy="625930"/>
          </a:xfrm>
          <a:prstGeom prst="rect">
            <a:avLst/>
          </a:prstGeom>
        </p:spPr>
        <p:txBody>
          <a:bodyPr vert="horz" lIns="91440" tIns="45720" rIns="91440" bIns="45720" rtlCol="0">
            <a:normAutofit/>
          </a:bodyPr>
          <a:lstStyle/>
          <a:p>
            <a:r>
              <a:rPr lang="en-US"/>
              <a:t>Click to edit Master subtitle style</a:t>
            </a:r>
          </a:p>
        </p:txBody>
      </p:sp>
    </p:spTree>
    <p:extLst>
      <p:ext uri="{BB962C8B-B14F-4D97-AF65-F5344CB8AC3E}">
        <p14:creationId xmlns:p14="http://schemas.microsoft.com/office/powerpoint/2010/main" val="21735862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 Full Photo">
    <p:bg>
      <p:bgPr>
        <a:blipFill dpi="0" rotWithShape="1">
          <a:blip r:embed="rId2">
            <a:lum/>
          </a:blip>
          <a:srcRect/>
          <a:stretch>
            <a:fillRect t="-11000" b="-11000"/>
          </a:stretch>
        </a:blipFill>
        <a:effectLst/>
      </p:bgPr>
    </p:bg>
    <p:spTree>
      <p:nvGrpSpPr>
        <p:cNvPr id="1" name=""/>
        <p:cNvGrpSpPr/>
        <p:nvPr/>
      </p:nvGrpSpPr>
      <p:grpSpPr>
        <a:xfrm>
          <a:off x="0" y="0"/>
          <a:ext cx="0" cy="0"/>
          <a:chOff x="0" y="0"/>
          <a:chExt cx="0" cy="0"/>
        </a:xfrm>
      </p:grpSpPr>
      <p:sp>
        <p:nvSpPr>
          <p:cNvPr id="10" name="Title Placeholder 10">
            <a:extLst>
              <a:ext uri="{FF2B5EF4-FFF2-40B4-BE49-F238E27FC236}">
                <a16:creationId xmlns:a16="http://schemas.microsoft.com/office/drawing/2014/main" id="{03435116-8EC1-A548-452A-A5744ECD0FD6}"/>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lvl1pPr>
              <a:defRPr>
                <a:solidFill>
                  <a:schemeClr val="bg1"/>
                </a:solidFill>
              </a:defRPr>
            </a:lvl1pPr>
          </a:lstStyle>
          <a:p>
            <a:r>
              <a:rPr lang="en-US"/>
              <a:t>Click to edit </a:t>
            </a:r>
            <a:br>
              <a:rPr lang="en-US"/>
            </a:br>
            <a:r>
              <a:rPr lang="en-US"/>
              <a:t>Master title style</a:t>
            </a:r>
          </a:p>
        </p:txBody>
      </p:sp>
      <p:sp>
        <p:nvSpPr>
          <p:cNvPr id="11" name="Text Placeholder 11">
            <a:extLst>
              <a:ext uri="{FF2B5EF4-FFF2-40B4-BE49-F238E27FC236}">
                <a16:creationId xmlns:a16="http://schemas.microsoft.com/office/drawing/2014/main" id="{BE800B03-ECF5-F0B1-7514-4FC09CECE7E4}"/>
              </a:ext>
            </a:extLst>
          </p:cNvPr>
          <p:cNvSpPr>
            <a:spLocks noGrp="1"/>
          </p:cNvSpPr>
          <p:nvPr>
            <p:ph idx="1"/>
          </p:nvPr>
        </p:nvSpPr>
        <p:spPr>
          <a:xfrm>
            <a:off x="2447108" y="4441370"/>
            <a:ext cx="8906692" cy="625930"/>
          </a:xfrm>
          <a:prstGeom prst="rect">
            <a:avLst/>
          </a:prstGeom>
        </p:spPr>
        <p:txBody>
          <a:bodyPr vert="horz" lIns="91440" tIns="45720" rIns="91440" bIns="45720" rtlCol="0">
            <a:normAutofit/>
          </a:bodyPr>
          <a:lstStyle>
            <a:lvl1pPr>
              <a:defRPr>
                <a:solidFill>
                  <a:schemeClr val="bg1"/>
                </a:solidFill>
              </a:defRPr>
            </a:lvl1pPr>
          </a:lstStyle>
          <a:p>
            <a:r>
              <a:rPr lang="en-US"/>
              <a:t>Click to edit Master subtitle style</a:t>
            </a:r>
          </a:p>
        </p:txBody>
      </p:sp>
      <p:pic>
        <p:nvPicPr>
          <p:cNvPr id="3" name="Picture 2">
            <a:extLst>
              <a:ext uri="{FF2B5EF4-FFF2-40B4-BE49-F238E27FC236}">
                <a16:creationId xmlns:a16="http://schemas.microsoft.com/office/drawing/2014/main" id="{CAA14450-E163-A0FB-AE33-14F2CE668DE1}"/>
              </a:ext>
            </a:extLst>
          </p:cNvPr>
          <p:cNvPicPr>
            <a:picLocks noChangeAspect="1"/>
          </p:cNvPicPr>
          <p:nvPr userDrawn="1"/>
        </p:nvPicPr>
        <p:blipFill rotWithShape="1">
          <a:blip r:embed="rId3"/>
          <a:srcRect t="73770"/>
          <a:stretch/>
        </p:blipFill>
        <p:spPr>
          <a:xfrm>
            <a:off x="1" y="5059179"/>
            <a:ext cx="12191999" cy="1798821"/>
          </a:xfrm>
          <a:prstGeom prst="rect">
            <a:avLst/>
          </a:prstGeom>
        </p:spPr>
      </p:pic>
    </p:spTree>
    <p:extLst>
      <p:ext uri="{BB962C8B-B14F-4D97-AF65-F5344CB8AC3E}">
        <p14:creationId xmlns:p14="http://schemas.microsoft.com/office/powerpoint/2010/main" val="31540657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Title - Tech Tower">
    <p:bg>
      <p:bgPr>
        <a:solidFill>
          <a:srgbClr val="003057"/>
        </a:solidFill>
        <a:effectLst/>
      </p:bgPr>
    </p:bg>
    <p:spTree>
      <p:nvGrpSpPr>
        <p:cNvPr id="1" name=""/>
        <p:cNvGrpSpPr/>
        <p:nvPr/>
      </p:nvGrpSpPr>
      <p:grpSpPr>
        <a:xfrm>
          <a:off x="0" y="0"/>
          <a:ext cx="0" cy="0"/>
          <a:chOff x="0" y="0"/>
          <a:chExt cx="0" cy="0"/>
        </a:xfrm>
      </p:grpSpPr>
      <p:sp>
        <p:nvSpPr>
          <p:cNvPr id="3" name="Title Placeholder 10">
            <a:extLst>
              <a:ext uri="{FF2B5EF4-FFF2-40B4-BE49-F238E27FC236}">
                <a16:creationId xmlns:a16="http://schemas.microsoft.com/office/drawing/2014/main" id="{F07C9153-7FEC-638D-4ADD-6BB1DD8D4D82}"/>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p>
            <a:r>
              <a:rPr lang="en-US"/>
              <a:t>Click to edit </a:t>
            </a:r>
            <a:br>
              <a:rPr lang="en-US"/>
            </a:br>
            <a:r>
              <a:rPr lang="en-US"/>
              <a:t>Master title style</a:t>
            </a:r>
          </a:p>
        </p:txBody>
      </p:sp>
      <p:sp>
        <p:nvSpPr>
          <p:cNvPr id="4" name="Text Placeholder 11">
            <a:extLst>
              <a:ext uri="{FF2B5EF4-FFF2-40B4-BE49-F238E27FC236}">
                <a16:creationId xmlns:a16="http://schemas.microsoft.com/office/drawing/2014/main" id="{FE485BB9-C655-511D-0A07-5032FD2F8C76}"/>
              </a:ext>
            </a:extLst>
          </p:cNvPr>
          <p:cNvSpPr>
            <a:spLocks noGrp="1"/>
          </p:cNvSpPr>
          <p:nvPr>
            <p:ph idx="1"/>
          </p:nvPr>
        </p:nvSpPr>
        <p:spPr>
          <a:xfrm>
            <a:off x="2447108" y="4441370"/>
            <a:ext cx="8906692" cy="625930"/>
          </a:xfrm>
          <a:prstGeom prst="rect">
            <a:avLst/>
          </a:prstGeom>
        </p:spPr>
        <p:txBody>
          <a:bodyPr vert="horz" lIns="91440" tIns="45720" rIns="91440" bIns="45720" rtlCol="0">
            <a:normAutofit/>
          </a:bodyPr>
          <a:lstStyle>
            <a:lvl1pPr>
              <a:defRPr>
                <a:solidFill>
                  <a:schemeClr val="tx1"/>
                </a:solidFill>
              </a:defRPr>
            </a:lvl1pPr>
          </a:lstStyle>
          <a:p>
            <a:r>
              <a:rPr lang="en-US"/>
              <a:t>Click to edit Master subtitle style</a:t>
            </a:r>
          </a:p>
        </p:txBody>
      </p:sp>
      <p:pic>
        <p:nvPicPr>
          <p:cNvPr id="90" name="GTLogoReverse"/>
          <p:cNvPicPr/>
          <p:nvPr/>
        </p:nvPicPr>
        <p:blipFill>
          <a:blip r:embed="rId2"/>
          <a:stretch>
            <a:fillRect/>
          </a:stretch>
        </p:blipFill>
        <p:spPr>
          <a:xfrm>
            <a:off x="10598000" y="6177000"/>
            <a:ext cx="1308100" cy="393700"/>
          </a:xfrm>
          <a:prstGeom prst="rect">
            <a:avLst/>
          </a:prstGeom>
        </p:spPr>
      </p:pic>
    </p:spTree>
    <p:extLst>
      <p:ext uri="{BB962C8B-B14F-4D97-AF65-F5344CB8AC3E}">
        <p14:creationId xmlns:p14="http://schemas.microsoft.com/office/powerpoint/2010/main" val="29131276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slideLayout" Target="../slideLayouts/slideLayout12.xml"/><Relationship Id="rId8" Type="http://schemas.openxmlformats.org/officeDocument/2006/relationships/slideLayout" Target="../slideLayouts/slideLayout13.xml"/><Relationship Id="rId9" Type="http://schemas.openxmlformats.org/officeDocument/2006/relationships/slideLayout" Target="../slideLayouts/slideLayout14.xml"/><Relationship Id="rId10" Type="http://schemas.openxmlformats.org/officeDocument/2006/relationships/slideLayout" Target="../slideLayouts/slideLayout15.xml"/><Relationship Id="rId11" Type="http://schemas.openxmlformats.org/officeDocument/2006/relationships/slideLayout" Target="../slideLayouts/slideLayout16.xml"/><Relationship Id="rId12" Type="http://schemas.openxmlformats.org/officeDocument/2006/relationships/slideLayout" Target="../slideLayouts/slideLayout17.xml"/><Relationship Id="rId13" Type="http://schemas.openxmlformats.org/officeDocument/2006/relationships/theme" Target="../theme/theme2.xml"/><Relationship Id="rId1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 Id="rId9" Type="http://schemas.openxmlformats.org/officeDocument/2006/relationships/theme" Target="../theme/theme3.xml"/><Relationship Id="rId10"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slideLayout" Target="../slideLayouts/slideLayout28.xml"/><Relationship Id="rId4" Type="http://schemas.openxmlformats.org/officeDocument/2006/relationships/slideLayout" Target="../slideLayouts/slideLayout29.xml"/><Relationship Id="rId5" Type="http://schemas.openxmlformats.org/officeDocument/2006/relationships/slideLayout" Target="../slideLayouts/slideLayout30.xml"/><Relationship Id="rId6" Type="http://schemas.openxmlformats.org/officeDocument/2006/relationships/slideLayout" Target="../slideLayouts/slideLayout31.xml"/><Relationship Id="rId7" Type="http://schemas.openxmlformats.org/officeDocument/2006/relationships/slideLayout" Target="../slideLayouts/slideLayout32.xml"/><Relationship Id="rId8" Type="http://schemas.openxmlformats.org/officeDocument/2006/relationships/slideLayout" Target="../slideLayouts/slideLayout33.xml"/><Relationship Id="rId9" Type="http://schemas.openxmlformats.org/officeDocument/2006/relationships/slideLayout" Target="../slideLayouts/slideLayout34.xml"/><Relationship Id="rId10" Type="http://schemas.openxmlformats.org/officeDocument/2006/relationships/slideLayout" Target="../slideLayouts/slideLayout35.xml"/><Relationship Id="rId11" Type="http://schemas.openxmlformats.org/officeDocument/2006/relationships/theme" Target="../theme/theme4.xml"/><Relationship Id="rId12" Type="http://schemas.openxmlformats.org/officeDocument/2006/relationships/image" Target="../media/image5.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theme" Target="../theme/theme5.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1C16630-5558-9114-4463-47E138DB6255}"/>
              </a:ext>
            </a:extLst>
          </p:cNvPr>
          <p:cNvSpPr txBox="1">
            <a:spLocks/>
          </p:cNvSpPr>
          <p:nvPr userDrawn="1"/>
        </p:nvSpPr>
        <p:spPr>
          <a:xfrm>
            <a:off x="2447108" y="1680753"/>
            <a:ext cx="8682445" cy="2760617"/>
          </a:xfrm>
          <a:prstGeom prst="rect">
            <a:avLst/>
          </a:prstGeom>
        </p:spPr>
        <p:txBody>
          <a:bodyPr anchor="ctr" anchorCtr="0">
            <a:normAutofit/>
          </a:bodyPr>
          <a:lstStyle>
            <a:lvl1pPr algn="l" defTabSz="342900" rtl="0" eaLnBrk="1" latinLnBrk="0" hangingPunct="1">
              <a:lnSpc>
                <a:spcPct val="100000"/>
              </a:lnSpc>
              <a:spcBef>
                <a:spcPct val="0"/>
              </a:spcBef>
              <a:buNone/>
              <a:defRPr sz="6000" b="1" i="0" kern="1200" cap="none" spc="0" baseline="0">
                <a:solidFill>
                  <a:srgbClr val="003057"/>
                </a:solidFill>
                <a:latin typeface="Roboto" panose="02000000000000000000" pitchFamily="2" charset="0"/>
                <a:ea typeface="Roboto" panose="02000000000000000000" pitchFamily="2" charset="0"/>
                <a:cs typeface="Roboto" panose="02000000000000000000" pitchFamily="2" charset="0"/>
              </a:defRPr>
            </a:lvl1pPr>
          </a:lstStyle>
          <a:p>
            <a:endParaRPr lang="en-US" b="1" i="0">
              <a:latin typeface="Arial" panose="020B0604020202020204" pitchFamily="34" charset="0"/>
              <a:cs typeface="Arial" panose="020B0604020202020204" pitchFamily="34" charset="0"/>
            </a:endParaRPr>
          </a:p>
        </p:txBody>
      </p:sp>
      <p:sp>
        <p:nvSpPr>
          <p:cNvPr id="11" name="Title Placeholder 10">
            <a:extLst>
              <a:ext uri="{FF2B5EF4-FFF2-40B4-BE49-F238E27FC236}">
                <a16:creationId xmlns:a16="http://schemas.microsoft.com/office/drawing/2014/main" id="{3552819F-CE1E-70EB-07B5-3B61D2578A1C}"/>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p>
            <a:r>
              <a:rPr lang="en-US"/>
              <a:t>Click to edit </a:t>
            </a:r>
            <a:br>
              <a:rPr lang="en-US"/>
            </a:br>
            <a:r>
              <a:rPr lang="en-US"/>
              <a:t>Master title style</a:t>
            </a:r>
          </a:p>
        </p:txBody>
      </p:sp>
      <p:sp>
        <p:nvSpPr>
          <p:cNvPr id="12" name="Text Placeholder 11">
            <a:extLst>
              <a:ext uri="{FF2B5EF4-FFF2-40B4-BE49-F238E27FC236}">
                <a16:creationId xmlns:a16="http://schemas.microsoft.com/office/drawing/2014/main" id="{CBD913C0-CC86-E0C0-B503-69104064ECF7}"/>
              </a:ext>
            </a:extLst>
          </p:cNvPr>
          <p:cNvSpPr>
            <a:spLocks noGrp="1"/>
          </p:cNvSpPr>
          <p:nvPr>
            <p:ph type="body" idx="1"/>
          </p:nvPr>
        </p:nvSpPr>
        <p:spPr>
          <a:xfrm>
            <a:off x="2447108" y="4441370"/>
            <a:ext cx="8906692" cy="625930"/>
          </a:xfrm>
          <a:prstGeom prst="rect">
            <a:avLst/>
          </a:prstGeom>
        </p:spPr>
        <p:txBody>
          <a:bodyPr vert="horz" lIns="91440" tIns="45720" rIns="91440" bIns="45720" rtlCol="0">
            <a:normAutofit/>
          </a:bodyPr>
          <a:lstStyle/>
          <a:p>
            <a:r>
              <a:rPr lang="en-US"/>
              <a:t>Click to edit Master subtitle style</a:t>
            </a:r>
          </a:p>
        </p:txBody>
      </p:sp>
      <p:sp>
        <p:nvSpPr>
          <p:cNvPr id="2" name="Slide Number Placeholder 1">
            <a:extLst>
              <a:ext uri="{FF2B5EF4-FFF2-40B4-BE49-F238E27FC236}">
                <a16:creationId xmlns:a16="http://schemas.microsoft.com/office/drawing/2014/main" id="{F76725D9-DF17-D6D5-17E0-4FC43393CB41}"/>
              </a:ext>
            </a:extLst>
          </p:cNvPr>
          <p:cNvSpPr>
            <a:spLocks noGrp="1"/>
          </p:cNvSpPr>
          <p:nvPr>
            <p:ph type="sldNum" sz="quarter" idx="4"/>
          </p:nvPr>
        </p:nvSpPr>
        <p:spPr>
          <a:xfrm>
            <a:off x="11592000" y="6492874"/>
            <a:ext cx="600000" cy="365125"/>
          </a:xfrm>
          <a:prstGeom prst="rect">
            <a:avLst/>
          </a:prstGeom>
        </p:spPr>
        <p:txBody>
          <a:bodyPr vert="horz" lIns="0" tIns="45720" rIns="0" bIns="45720" rtlCol="0" anchor="ctr"/>
          <a:lstStyle>
            <a:lvl1pPr algn="r">
              <a:defRPr sz="1200">
                <a:solidFill>
                  <a:schemeClr val="tx1">
                    <a:tint val="82000"/>
                  </a:schemeClr>
                </a:solidFill>
              </a:defRPr>
            </a:lvl1pPr>
          </a:lstStyle>
          <a:p>
            <a:pPr algn="r"/>
            <a:fld id="{EC10249F-AA72-8F49-A402-CE66248C1503}" type="slidenum">
              <a:rPr lang="en-US" smtClean="0"/>
              <a:t>‹#›</a:t>
            </a:fld>
            <a:endParaRPr lang="en-US"/>
          </a:p>
        </p:txBody>
      </p:sp>
      <p:sp>
        <p:nvSpPr>
          <p:cNvPr id="3" name="Footer Placeholder 2">
            <a:extLst>
              <a:ext uri="{FF2B5EF4-FFF2-40B4-BE49-F238E27FC236}">
                <a16:creationId xmlns:a16="http://schemas.microsoft.com/office/drawing/2014/main" id="{598BA1B5-D438-B3B1-F282-198397E62432}"/>
              </a:ext>
            </a:extLst>
          </p:cNvPr>
          <p:cNvSpPr>
            <a:spLocks noGrp="1"/>
          </p:cNvSpPr>
          <p:nvPr>
            <p:ph type="ftr" sz="quarter" idx="3"/>
          </p:nvPr>
        </p:nvSpPr>
        <p:spPr>
          <a:xfrm>
            <a:off x="0" y="6492875"/>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Vijay Ganesh</a:t>
            </a:r>
          </a:p>
        </p:txBody>
      </p:sp>
    </p:spTree>
    <p:extLst>
      <p:ext uri="{BB962C8B-B14F-4D97-AF65-F5344CB8AC3E}">
        <p14:creationId xmlns:p14="http://schemas.microsoft.com/office/powerpoint/2010/main" val="2336126548"/>
      </p:ext>
    </p:extLst>
  </p:cSld>
  <p:clrMap bg1="lt1" tx1="dk1" bg2="lt2" tx2="dk2" accent1="accent1" accent2="accent2" accent3="accent3" accent4="accent4" accent5="accent5" accent6="accent6" hlink="hlink" folHlink="folHlink"/>
  <p:sldLayoutIdLst>
    <p:sldLayoutId id="2147483696" r:id="rId1"/>
    <p:sldLayoutId id="2147483707" r:id="rId2"/>
    <p:sldLayoutId id="2147483737" r:id="rId3"/>
    <p:sldLayoutId id="2147483742" r:id="rId4"/>
    <p:sldLayoutId id="2147483743" r:id="rId5"/>
  </p:sldLayoutIdLst>
  <p:hf hdr="0" dt="0"/>
  <p:txStyles>
    <p:titleStyle>
      <a:lvl1pPr algn="l" defTabSz="342900" rtl="0" eaLnBrk="1" latinLnBrk="0" hangingPunct="1">
        <a:spcBef>
          <a:spcPct val="0"/>
        </a:spcBef>
        <a:buNone/>
        <a:defRPr sz="6000" b="1" i="0" kern="1200">
          <a:solidFill>
            <a:schemeClr val="tx1"/>
          </a:solidFill>
          <a:latin typeface="Arial" panose="020B0604020202020204" pitchFamily="34" charset="0"/>
          <a:ea typeface="Roboto" panose="02000000000000000000" pitchFamily="2" charset="0"/>
          <a:cs typeface="Arial" panose="020B0604020202020204" pitchFamily="34" charset="0"/>
        </a:defRPr>
      </a:lvl1pPr>
    </p:titleStyle>
    <p:bodyStyle>
      <a:lvl1pPr marL="0" indent="0" algn="l" defTabSz="342900" rtl="0" eaLnBrk="1" latinLnBrk="0" hangingPunct="1">
        <a:spcBef>
          <a:spcPct val="20000"/>
        </a:spcBef>
        <a:buFont typeface="Arial"/>
        <a:buNone/>
        <a:defRPr sz="1800" kern="1200">
          <a:solidFill>
            <a:srgbClr val="B3A369"/>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6794E2-0939-7444-A82A-8BD5C7FA1DDC}"/>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16A5F8-57A3-204B-9489-10B6EA097328}"/>
              </a:ext>
            </a:extLst>
          </p:cNvPr>
          <p:cNvSpPr>
            <a:spLocks noGrp="1"/>
          </p:cNvSpPr>
          <p:nvPr>
            <p:ph type="body" idx="1"/>
          </p:nvPr>
        </p:nvSpPr>
        <p:spPr>
          <a:xfrm>
            <a:off x="381000" y="1215485"/>
            <a:ext cx="11429999" cy="422565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B2C088-FD5F-6E47-B5E9-B42B8CA51A39}"/>
              </a:ext>
            </a:extLst>
          </p:cNvPr>
          <p:cNvSpPr>
            <a:spLocks noGrp="1"/>
          </p:cNvSpPr>
          <p:nvPr>
            <p:ph type="dt" sz="half" idx="2"/>
          </p:nvPr>
        </p:nvSpPr>
        <p:spPr>
          <a:xfrm>
            <a:off x="1408329" y="6182540"/>
            <a:ext cx="1546654" cy="365125"/>
          </a:xfrm>
          <a:prstGeom prst="rect">
            <a:avLst/>
          </a:prstGeom>
        </p:spPr>
        <p:txBody>
          <a:bodyPr vert="horz" lIns="91440" tIns="45720" rIns="91440" bIns="45720" rtlCol="0" anchor="ctr"/>
          <a:lstStyle>
            <a:lvl1pPr algn="l">
              <a:defRPr sz="1200" b="1" i="0">
                <a:solidFill>
                  <a:schemeClr val="tx1">
                    <a:tint val="75000"/>
                  </a:schemeClr>
                </a:solidFill>
                <a:latin typeface="Arial" panose="020B0604020202020204" pitchFamily="34" charset="0"/>
                <a:ea typeface="Roboto" panose="02000000000000000000" pitchFamily="2"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AA9F842A-A21A-C542-88CC-30F0DD78DA6E}"/>
              </a:ext>
            </a:extLst>
          </p:cNvPr>
          <p:cNvSpPr>
            <a:spLocks noGrp="1"/>
          </p:cNvSpPr>
          <p:nvPr>
            <p:ph type="sldNum" sz="quarter" idx="4"/>
          </p:nvPr>
        </p:nvSpPr>
        <p:spPr>
          <a:xfrm>
            <a:off x="381000" y="6182540"/>
            <a:ext cx="916577" cy="365125"/>
          </a:xfrm>
          <a:prstGeom prst="rect">
            <a:avLst/>
          </a:prstGeom>
        </p:spPr>
        <p:txBody>
          <a:bodyPr vert="horz" lIns="0" tIns="45720" rIns="0" bIns="45720" rtlCol="0" anchor="ctr"/>
          <a:lstStyle>
            <a:lvl1pPr algn="l">
              <a:defRPr sz="1200" b="1" i="0">
                <a:solidFill>
                  <a:schemeClr val="tx1">
                    <a:tint val="75000"/>
                  </a:schemeClr>
                </a:solidFill>
                <a:latin typeface="Arial" panose="020B0604020202020204" pitchFamily="34" charset="0"/>
                <a:ea typeface="Roboto" panose="02000000000000000000" pitchFamily="2" charset="0"/>
                <a:cs typeface="Arial" panose="020B0604020202020204" pitchFamily="34" charset="0"/>
              </a:defRPr>
            </a:lvl1pPr>
          </a:lstStyle>
          <a:p>
            <a:fld id="{AE678206-0642-9F48-9727-6B519CB285FA}" type="slidenum">
              <a:rPr lang="en-US" smtClean="0"/>
              <a:pPr/>
              <a:t>‹#›</a:t>
            </a:fld>
            <a:endParaRPr lang="en-US"/>
          </a:p>
        </p:txBody>
      </p:sp>
    </p:spTree>
    <p:extLst>
      <p:ext uri="{BB962C8B-B14F-4D97-AF65-F5344CB8AC3E}">
        <p14:creationId xmlns:p14="http://schemas.microsoft.com/office/powerpoint/2010/main" val="2871032842"/>
      </p:ext>
    </p:extLst>
  </p:cSld>
  <p:clrMap bg1="lt1" tx1="dk1" bg2="lt2" tx2="dk2" accent1="accent1" accent2="accent2" accent3="accent3" accent4="accent4" accent5="accent5" accent6="accent6" hlink="hlink" folHlink="folHlink"/>
  <p:sldLayoutIdLst>
    <p:sldLayoutId id="2147483685" r:id="rId1"/>
    <p:sldLayoutId id="2147483687" r:id="rId2"/>
    <p:sldLayoutId id="2147483688" r:id="rId3"/>
    <p:sldLayoutId id="2147483693" r:id="rId4"/>
    <p:sldLayoutId id="2147483690" r:id="rId5"/>
    <p:sldLayoutId id="2147483691" r:id="rId6"/>
    <p:sldLayoutId id="2147483692" r:id="rId7"/>
    <p:sldLayoutId id="2147483694" r:id="rId8"/>
    <p:sldLayoutId id="2147483728" r:id="rId9"/>
    <p:sldLayoutId id="2147483736" r:id="rId10"/>
    <p:sldLayoutId id="2147483739" r:id="rId11"/>
    <p:sldLayoutId id="2147483740" r:id="rId12"/>
  </p:sldLayoutIdLst>
  <p:hf hdr="0" dt="0"/>
  <p:txStyles>
    <p:titleStyle>
      <a:lvl1pPr algn="l" defTabSz="914400" rtl="0" eaLnBrk="1" latinLnBrk="0" hangingPunct="1">
        <a:lnSpc>
          <a:spcPct val="90000"/>
        </a:lnSpc>
        <a:spcBef>
          <a:spcPct val="0"/>
        </a:spcBef>
        <a:buNone/>
        <a:defRPr sz="3600" b="1" i="0" kern="1200" baseline="0">
          <a:solidFill>
            <a:srgbClr val="003057"/>
          </a:solidFill>
          <a:latin typeface="Arial" panose="020B0604020202020204" pitchFamily="34" charset="0"/>
          <a:ea typeface="Roboto" panose="02000000000000000000" pitchFamily="2" charset="0"/>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1" i="0" kern="1200">
          <a:solidFill>
            <a:srgbClr val="003057"/>
          </a:solidFill>
          <a:latin typeface="Arial" panose="020B0604020202020204" pitchFamily="34" charset="0"/>
          <a:ea typeface="Roboto" panose="02000000000000000000" pitchFamily="2"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1" i="0" kern="1200">
          <a:solidFill>
            <a:srgbClr val="003057"/>
          </a:solidFill>
          <a:latin typeface="Arial" panose="020B0604020202020204" pitchFamily="34" charset="0"/>
          <a:ea typeface="Roboto" panose="02000000000000000000" pitchFamily="2" charset="0"/>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b="1" i="0" kern="1200">
          <a:solidFill>
            <a:srgbClr val="003057"/>
          </a:solidFill>
          <a:latin typeface="Arial" panose="020B0604020202020204" pitchFamily="34" charset="0"/>
          <a:ea typeface="Roboto"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b="1" i="0" kern="1200">
          <a:solidFill>
            <a:srgbClr val="003057"/>
          </a:solidFill>
          <a:latin typeface="Arial" panose="020B0604020202020204" pitchFamily="34" charset="0"/>
          <a:ea typeface="Roboto" panose="02000000000000000000" pitchFamily="2" charset="0"/>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100" b="1" i="0" kern="1200">
          <a:solidFill>
            <a:srgbClr val="003057"/>
          </a:solidFill>
          <a:latin typeface="Arial" panose="020B0604020202020204" pitchFamily="34"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6794E2-0939-7444-A82A-8BD5C7FA1DDC}"/>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16A5F8-57A3-204B-9489-10B6EA097328}"/>
              </a:ext>
            </a:extLst>
          </p:cNvPr>
          <p:cNvSpPr>
            <a:spLocks noGrp="1"/>
          </p:cNvSpPr>
          <p:nvPr>
            <p:ph type="body" idx="1"/>
          </p:nvPr>
        </p:nvSpPr>
        <p:spPr>
          <a:xfrm>
            <a:off x="381000" y="1215485"/>
            <a:ext cx="11429999" cy="422565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B2C088-FD5F-6E47-B5E9-B42B8CA51A39}"/>
              </a:ext>
            </a:extLst>
          </p:cNvPr>
          <p:cNvSpPr>
            <a:spLocks noGrp="1"/>
          </p:cNvSpPr>
          <p:nvPr>
            <p:ph type="dt" sz="half" idx="2"/>
          </p:nvPr>
        </p:nvSpPr>
        <p:spPr>
          <a:xfrm>
            <a:off x="1408329" y="6182540"/>
            <a:ext cx="1546654" cy="365125"/>
          </a:xfrm>
          <a:prstGeom prst="rect">
            <a:avLst/>
          </a:prstGeom>
        </p:spPr>
        <p:txBody>
          <a:bodyPr vert="horz" lIns="91440" tIns="45720" rIns="91440" bIns="45720" rtlCol="0" anchor="ctr"/>
          <a:lstStyle>
            <a:lvl1pPr algn="l">
              <a:defRPr sz="1200" b="1" i="0">
                <a:solidFill>
                  <a:schemeClr val="tx1">
                    <a:tint val="75000"/>
                  </a:schemeClr>
                </a:solidFill>
                <a:latin typeface="Arial" panose="020B0604020202020204" pitchFamily="34" charset="0"/>
                <a:ea typeface="Roboto" panose="02000000000000000000" pitchFamily="2"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AA9F842A-A21A-C542-88CC-30F0DD78DA6E}"/>
              </a:ext>
            </a:extLst>
          </p:cNvPr>
          <p:cNvSpPr>
            <a:spLocks noGrp="1"/>
          </p:cNvSpPr>
          <p:nvPr>
            <p:ph type="sldNum" sz="quarter" idx="4"/>
          </p:nvPr>
        </p:nvSpPr>
        <p:spPr>
          <a:xfrm>
            <a:off x="381000" y="6182540"/>
            <a:ext cx="916577" cy="365125"/>
          </a:xfrm>
          <a:prstGeom prst="rect">
            <a:avLst/>
          </a:prstGeom>
        </p:spPr>
        <p:txBody>
          <a:bodyPr vert="horz" lIns="0" tIns="45720" rIns="0" bIns="45720" rtlCol="0" anchor="ctr"/>
          <a:lstStyle>
            <a:lvl1pPr algn="l">
              <a:defRPr sz="1200" b="1" i="0">
                <a:solidFill>
                  <a:schemeClr val="tx1">
                    <a:tint val="75000"/>
                  </a:schemeClr>
                </a:solidFill>
                <a:latin typeface="Arial" panose="020B0604020202020204" pitchFamily="34" charset="0"/>
                <a:ea typeface="Roboto" panose="02000000000000000000" pitchFamily="2" charset="0"/>
                <a:cs typeface="Arial" panose="020B0604020202020204" pitchFamily="34" charset="0"/>
              </a:defRPr>
            </a:lvl1pPr>
          </a:lstStyle>
          <a:p>
            <a:fld id="{AE678206-0642-9F48-9727-6B519CB285FA}" type="slidenum">
              <a:rPr lang="en-US" smtClean="0"/>
              <a:pPr/>
              <a:t>‹#›</a:t>
            </a:fld>
            <a:endParaRPr lang="en-US"/>
          </a:p>
        </p:txBody>
      </p:sp>
    </p:spTree>
    <p:extLst>
      <p:ext uri="{BB962C8B-B14F-4D97-AF65-F5344CB8AC3E}">
        <p14:creationId xmlns:p14="http://schemas.microsoft.com/office/powerpoint/2010/main" val="251096754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Lst>
  <p:hf hdr="0" dt="0"/>
  <p:txStyles>
    <p:titleStyle>
      <a:lvl1pPr algn="l" defTabSz="914400" rtl="0" eaLnBrk="1" latinLnBrk="0" hangingPunct="1">
        <a:lnSpc>
          <a:spcPct val="90000"/>
        </a:lnSpc>
        <a:spcBef>
          <a:spcPct val="0"/>
        </a:spcBef>
        <a:buNone/>
        <a:defRPr sz="3600" b="1" i="0" kern="1200" cap="small" baseline="0">
          <a:solidFill>
            <a:srgbClr val="003057"/>
          </a:solidFill>
          <a:latin typeface="Arial" panose="020B0604020202020204" pitchFamily="34" charset="0"/>
          <a:ea typeface="Roboto" panose="02000000000000000000" pitchFamily="2" charset="0"/>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1" i="0" kern="1200">
          <a:solidFill>
            <a:srgbClr val="000000"/>
          </a:solidFill>
          <a:latin typeface="Arial" panose="020B0604020202020204" pitchFamily="34" charset="0"/>
          <a:ea typeface="Roboto" panose="02000000000000000000" pitchFamily="2"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1" i="0" kern="1200">
          <a:solidFill>
            <a:srgbClr val="000000"/>
          </a:solidFill>
          <a:latin typeface="Arial" panose="020B0604020202020204" pitchFamily="34" charset="0"/>
          <a:ea typeface="Roboto" panose="02000000000000000000" pitchFamily="2" charset="0"/>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b="1" i="0" kern="1200">
          <a:solidFill>
            <a:srgbClr val="000000"/>
          </a:solidFill>
          <a:latin typeface="Arial" panose="020B0604020202020204" pitchFamily="34" charset="0"/>
          <a:ea typeface="Roboto"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b="1" i="0" kern="1200">
          <a:solidFill>
            <a:srgbClr val="000000"/>
          </a:solidFill>
          <a:latin typeface="Arial" panose="020B0604020202020204" pitchFamily="34" charset="0"/>
          <a:ea typeface="Roboto" panose="02000000000000000000" pitchFamily="2" charset="0"/>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100" b="1" i="0" kern="1200">
          <a:solidFill>
            <a:srgbClr val="000000"/>
          </a:solidFill>
          <a:latin typeface="Arial" panose="020B0604020202020204" pitchFamily="34"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6794E2-0939-7444-A82A-8BD5C7FA1DDC}"/>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16A5F8-57A3-204B-9489-10B6EA097328}"/>
              </a:ext>
            </a:extLst>
          </p:cNvPr>
          <p:cNvSpPr>
            <a:spLocks noGrp="1"/>
          </p:cNvSpPr>
          <p:nvPr>
            <p:ph type="body" idx="1"/>
          </p:nvPr>
        </p:nvSpPr>
        <p:spPr>
          <a:xfrm>
            <a:off x="381000" y="1215485"/>
            <a:ext cx="11429999" cy="422565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B2C088-FD5F-6E47-B5E9-B42B8CA51A39}"/>
              </a:ext>
            </a:extLst>
          </p:cNvPr>
          <p:cNvSpPr>
            <a:spLocks noGrp="1"/>
          </p:cNvSpPr>
          <p:nvPr>
            <p:ph type="dt" sz="half" idx="2"/>
          </p:nvPr>
        </p:nvSpPr>
        <p:spPr>
          <a:xfrm>
            <a:off x="1408328" y="6449315"/>
            <a:ext cx="9348571" cy="365125"/>
          </a:xfrm>
          <a:prstGeom prst="rect">
            <a:avLst/>
          </a:prstGeom>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1pPr>
          </a:lstStyle>
          <a:p>
            <a:endParaRPr lang="en-US"/>
          </a:p>
        </p:txBody>
      </p:sp>
      <p:sp>
        <p:nvSpPr>
          <p:cNvPr id="6" name="Slide Number Placeholder 5">
            <a:extLst>
              <a:ext uri="{FF2B5EF4-FFF2-40B4-BE49-F238E27FC236}">
                <a16:creationId xmlns:a16="http://schemas.microsoft.com/office/drawing/2014/main" id="{AA9F842A-A21A-C542-88CC-30F0DD78DA6E}"/>
              </a:ext>
            </a:extLst>
          </p:cNvPr>
          <p:cNvSpPr>
            <a:spLocks noGrp="1"/>
          </p:cNvSpPr>
          <p:nvPr>
            <p:ph type="sldNum" sz="quarter" idx="4"/>
          </p:nvPr>
        </p:nvSpPr>
        <p:spPr>
          <a:xfrm>
            <a:off x="381000" y="6449315"/>
            <a:ext cx="916577" cy="365125"/>
          </a:xfrm>
          <a:prstGeom prst="rect">
            <a:avLst/>
          </a:prstGeom>
        </p:spPr>
        <p:txBody>
          <a:bodyPr vert="horz" lIns="0" tIns="45720" rIns="0" bIns="45720" rtlCol="0" anchor="ctr"/>
          <a:lstStyle>
            <a:lvl1pPr algn="l">
              <a:defRPr sz="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1pPr>
          </a:lstStyle>
          <a:p>
            <a:fld id="{AE678206-0642-9F48-9727-6B519CB285FA}" type="slidenum">
              <a:rPr lang="en-US" smtClean="0"/>
              <a:pPr/>
              <a:t>‹#›</a:t>
            </a:fld>
            <a:endParaRPr lang="en-US"/>
          </a:p>
        </p:txBody>
      </p:sp>
    </p:spTree>
    <p:extLst>
      <p:ext uri="{BB962C8B-B14F-4D97-AF65-F5344CB8AC3E}">
        <p14:creationId xmlns:p14="http://schemas.microsoft.com/office/powerpoint/2010/main" val="11512996"/>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44" r:id="rId10"/>
  </p:sldLayoutIdLst>
  <p:hf hdr="0" dt="0"/>
  <p:txStyles>
    <p:titleStyle>
      <a:lvl1pPr algn="l" defTabSz="914400" rtl="0" eaLnBrk="1" latinLnBrk="0" hangingPunct="1">
        <a:lnSpc>
          <a:spcPct val="90000"/>
        </a:lnSpc>
        <a:spcBef>
          <a:spcPct val="0"/>
        </a:spcBef>
        <a:buNone/>
        <a:defRPr sz="3600" b="1" i="0" kern="1200" baseline="0">
          <a:solidFill>
            <a:srgbClr val="003057"/>
          </a:solidFill>
          <a:latin typeface="Arial" panose="02000000000000000000" pitchFamily="2" charset="0"/>
          <a:ea typeface="Roboto" panose="02000000000000000000" pitchFamily="2" charset="0"/>
          <a:cs typeface="Arial"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b="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100" b="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1C16630-5558-9114-4463-47E138DB6255}"/>
              </a:ext>
            </a:extLst>
          </p:cNvPr>
          <p:cNvSpPr txBox="1">
            <a:spLocks/>
          </p:cNvSpPr>
          <p:nvPr userDrawn="1"/>
        </p:nvSpPr>
        <p:spPr>
          <a:xfrm>
            <a:off x="2447108" y="1680753"/>
            <a:ext cx="8682445" cy="2760617"/>
          </a:xfrm>
          <a:prstGeom prst="rect">
            <a:avLst/>
          </a:prstGeom>
        </p:spPr>
        <p:txBody>
          <a:bodyPr anchor="ctr" anchorCtr="0">
            <a:normAutofit/>
          </a:bodyPr>
          <a:lstStyle>
            <a:lvl1pPr algn="l" defTabSz="342900" rtl="0" eaLnBrk="1" latinLnBrk="0" hangingPunct="1">
              <a:lnSpc>
                <a:spcPct val="100000"/>
              </a:lnSpc>
              <a:spcBef>
                <a:spcPct val="0"/>
              </a:spcBef>
              <a:buNone/>
              <a:defRPr sz="6000" b="1" i="0" kern="1200" cap="none" spc="0" baseline="0">
                <a:solidFill>
                  <a:srgbClr val="003057"/>
                </a:solidFill>
                <a:latin typeface="Roboto" panose="02000000000000000000" pitchFamily="2" charset="0"/>
                <a:ea typeface="Roboto" panose="02000000000000000000" pitchFamily="2" charset="0"/>
                <a:cs typeface="Roboto" panose="02000000000000000000" pitchFamily="2" charset="0"/>
              </a:defRPr>
            </a:lvl1pPr>
          </a:lstStyle>
          <a:p>
            <a:endParaRPr lang="en-US"/>
          </a:p>
        </p:txBody>
      </p:sp>
      <p:sp>
        <p:nvSpPr>
          <p:cNvPr id="11" name="Title Placeholder 10">
            <a:extLst>
              <a:ext uri="{FF2B5EF4-FFF2-40B4-BE49-F238E27FC236}">
                <a16:creationId xmlns:a16="http://schemas.microsoft.com/office/drawing/2014/main" id="{3552819F-CE1E-70EB-07B5-3B61D2578A1C}"/>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p>
            <a:r>
              <a:rPr lang="en-US"/>
              <a:t>Click to edit </a:t>
            </a:r>
            <a:br>
              <a:rPr lang="en-US"/>
            </a:br>
            <a:r>
              <a:rPr lang="en-US"/>
              <a:t>Master title style</a:t>
            </a:r>
          </a:p>
        </p:txBody>
      </p:sp>
      <p:sp>
        <p:nvSpPr>
          <p:cNvPr id="12" name="Text Placeholder 11">
            <a:extLst>
              <a:ext uri="{FF2B5EF4-FFF2-40B4-BE49-F238E27FC236}">
                <a16:creationId xmlns:a16="http://schemas.microsoft.com/office/drawing/2014/main" id="{CBD913C0-CC86-E0C0-B503-69104064ECF7}"/>
              </a:ext>
            </a:extLst>
          </p:cNvPr>
          <p:cNvSpPr>
            <a:spLocks noGrp="1"/>
          </p:cNvSpPr>
          <p:nvPr>
            <p:ph type="body" idx="1"/>
          </p:nvPr>
        </p:nvSpPr>
        <p:spPr>
          <a:xfrm>
            <a:off x="2447108" y="4441370"/>
            <a:ext cx="8906692" cy="625930"/>
          </a:xfrm>
          <a:prstGeom prst="rect">
            <a:avLst/>
          </a:prstGeom>
        </p:spPr>
        <p:txBody>
          <a:bodyPr vert="horz" lIns="91440" tIns="45720" rIns="91440" bIns="45720" rtlCol="0">
            <a:normAutofit/>
          </a:bodyPr>
          <a:lstStyle/>
          <a:p>
            <a:r>
              <a:rPr lang="en-US"/>
              <a:t>Click to edit Master subtitle style</a:t>
            </a:r>
          </a:p>
        </p:txBody>
      </p:sp>
    </p:spTree>
    <p:extLst>
      <p:ext uri="{BB962C8B-B14F-4D97-AF65-F5344CB8AC3E}">
        <p14:creationId xmlns:p14="http://schemas.microsoft.com/office/powerpoint/2010/main" val="3617609170"/>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Lst>
  <p:hf hdr="0" dt="0"/>
  <p:txStyles>
    <p:titleStyle>
      <a:lvl1pPr algn="l" defTabSz="342900" rtl="0" eaLnBrk="1" latinLnBrk="0" hangingPunct="1">
        <a:spcBef>
          <a:spcPct val="0"/>
        </a:spcBef>
        <a:buNone/>
        <a:defRPr sz="6000" b="1" i="0" kern="1200">
          <a:solidFill>
            <a:schemeClr val="tx1"/>
          </a:solidFill>
          <a:latin typeface="Arial" panose="02000000000000000000" pitchFamily="2" charset="0"/>
          <a:ea typeface="Roboto" panose="02000000000000000000" pitchFamily="2" charset="0"/>
          <a:cs typeface="Arial" panose="02000000000000000000" pitchFamily="2" charset="0"/>
        </a:defRPr>
      </a:lvl1pPr>
    </p:titleStyle>
    <p:bodyStyle>
      <a:lvl1pPr marL="0" indent="0" algn="l" defTabSz="342900" rtl="0" eaLnBrk="1" latinLnBrk="0" hangingPunct="1">
        <a:spcBef>
          <a:spcPct val="20000"/>
        </a:spcBef>
        <a:buFont typeface="Arial"/>
        <a:buNone/>
        <a:defRPr sz="1800" kern="1200">
          <a:solidFill>
            <a:srgbClr val="B3A369"/>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4" Type="http://schemas.openxmlformats.org/officeDocument/2006/relationships/hyperlink" Target="https://github.com/openai/math/tree/main/preprints/Metric-Markov-Cotype-Two-of-l1-October-5-2026" TargetMode="External"/><Relationship Id="rId5" Type="http://schemas.openxmlformats.org/officeDocument/2006/relationships/image" Target="../media/image41.png"/><Relationship Id="rId6" Type="http://schemas.openxmlformats.org/officeDocument/2006/relationships/hyperlink" Target="https://github.com/openai/math/tree/main/preprints/Weighted-Dilation-Graphs-Smooth-Shifted-Primes-and-Totient-Fibers-September-24-2026" TargetMode="External"/><Relationship Id="rId7" Type="http://schemas.openxmlformats.org/officeDocument/2006/relationships/image" Target="../media/image42.png"/><Relationship Id="rId8" Type="http://schemas.openxmlformats.org/officeDocument/2006/relationships/hyperlink" Target="https://github.com/openai/math/tree/main/preprints/Monochromatic-finite-sums-and-products-in-the-positive-integers-September-23-2026" TargetMode="External"/><Relationship Id="rId9" Type="http://schemas.openxmlformats.org/officeDocument/2006/relationships/image" Target="../media/image5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4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44.png"/><Relationship Id="rId4" Type="http://schemas.openxmlformats.org/officeDocument/2006/relationships/image" Target="../media/image5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hyperlink" Target="https://github.com/Logan-Cole-Luna/aiprover-orchestration" TargetMode="External"/></Relationships>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 name="PlaceHolder 1"/>
          <p:cNvSpPr>
            <a:spLocks noGrp="1"/>
          </p:cNvSpPr>
          <p:nvPr>
            <p:ph type="title"/>
          </p:nvPr>
        </p:nvSpPr>
        <p:spPr>
          <a:xfrm>
            <a:off x="808560" y="1846080"/>
            <a:ext cx="11256480" cy="2594880"/>
          </a:xfrm>
          <a:prstGeom prst="rect">
            <a:avLst/>
          </a:prstGeom>
          <a:noFill/>
          <a:ln w="0">
            <a:noFill/>
          </a:ln>
        </p:spPr>
        <p:txBody>
          <a:bodyPr lIns="91440" tIns="45720" rIns="91440" bIns="45720" anchor="ctr">
            <a:normAutofit/>
          </a:bodyPr>
          <a:lstStyle/>
          <a:p>
            <a:pPr indent="0" algn="ctr" defTabSz="914400">
              <a:lnSpc>
                <a:spcPct val="100000"/>
              </a:lnSpc>
              <a:spcBef>
                <a:spcPts val="1800"/>
              </a:spcBef>
              <a:buNone/>
            </a:pPr>
            <a:r>
              <a:rPr lang="en-US" sz="3600" b="1" u="none" strike="noStrike" cap="small">
                <a:solidFill>
                  <a:srgbClr val="FFFFFF"/>
                </a:solidFill>
                <a:effectLst/>
                <a:uFillTx/>
                <a:latin typeface="Arial"/>
                <a:ea typeface="Roboto"/>
              </a:rPr>
              <a:t>Orchestration for Research-Level Mathematics</a:t>
            </a:r>
            <a:endParaRPr lang="en-US" sz="3600" b="1" u="none" strike="noStrike">
              <a:solidFill>
                <a:srgbClr val="003057"/>
              </a:solidFill>
              <a:effectLst/>
              <a:uFillTx/>
              <a:latin typeface="Arial"/>
            </a:endParaRPr>
          </a:p>
        </p:txBody>
      </p:sp>
      <p:sp>
        <p:nvSpPr>
          <p:cNvPr id="751" name="PageNum 2"/>
          <p:cNvSpPr/>
          <p:nvPr/>
        </p:nvSpPr>
        <p:spPr>
          <a:xfrm>
            <a:off x="11350080" y="6559920"/>
            <a:ext cx="599760" cy="24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457200">
              <a:lnSpc>
                <a:spcPct val="100000"/>
              </a:lnSpc>
            </a:pPr>
            <a:fld id="{4E02BA26-0DE9-411C-9E52-DF1940B51D38}" type="slidenum">
              <a:rPr lang="en-US" sz="1200" b="0" u="none" strike="noStrike">
                <a:solidFill>
                  <a:srgbClr val="FFFFFF"/>
                </a:solidFill>
                <a:effectLst/>
                <a:uFillTx/>
                <a:latin typeface="Arial"/>
              </a:rPr>
              <a:t>61</a:t>
            </a:fld>
            <a:endParaRPr lang="en-US" sz="1200" b="0" u="none" strike="noStrike">
              <a:solidFill>
                <a:srgbClr val="FFFFFF"/>
              </a:solidFill>
              <a:effectLst/>
              <a:uFillTx/>
              <a:latin typeface="Arial"/>
            </a:endParaRPr>
          </a:p>
        </p:txBody>
      </p:sp>
      <p:sp>
        <p:nvSpPr>
          <p:cNvPr id="752" name="FooterName 2"/>
          <p:cNvSpPr/>
          <p:nvPr/>
        </p:nvSpPr>
        <p:spPr>
          <a:xfrm>
            <a:off x="249840" y="6559920"/>
            <a:ext cx="2499480" cy="24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200" b="0" u="none" strike="noStrike">
                <a:solidFill>
                  <a:srgbClr val="FFFFFF"/>
                </a:solidFill>
                <a:effectLst/>
                <a:uFillTx/>
                <a:latin typeface="Arial"/>
              </a:rPr>
              <a:t>Vijay Ganesh</a:t>
            </a:r>
          </a:p>
        </p:txBody>
      </p:sp>
      <p:sp>
        <p:nvSpPr>
          <p:cNvPr id="753" name="FooterPageNum 2"/>
          <p:cNvSpPr/>
          <p:nvPr/>
        </p:nvSpPr>
        <p:spPr>
          <a:xfrm>
            <a:off x="11350080" y="6559920"/>
            <a:ext cx="599760" cy="24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457200">
              <a:lnSpc>
                <a:spcPct val="100000"/>
              </a:lnSpc>
            </a:pPr>
            <a:fld id="{B0397D13-7CAA-45ED-A5B8-0AA250A575F0}" type="slidenum">
              <a:rPr lang="en-US" sz="1200" b="0" u="none" strike="noStrike">
                <a:solidFill>
                  <a:srgbClr val="FFFFFF"/>
                </a:solidFill>
                <a:effectLst/>
                <a:uFillTx/>
                <a:latin typeface="Arial"/>
              </a:rPr>
              <a:t>61</a:t>
            </a:fld>
            <a:endParaRPr lang="en-US" sz="12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000">
                <a:latin typeface="Arial"/>
                <a:ea typeface="Roboto"/>
                <a:cs typeface="Arial"/>
              </a:rPr>
              <a:t>Auto-Formalization of Research-Level Statements</a:t>
            </a:r>
            <a:endParaRPr lang="en-US" sz="3000" b="0">
              <a:latin typeface="Arial"/>
              <a:ea typeface="Roboto"/>
              <a:cs typeface="Arial"/>
            </a:endParaRPr>
          </a:p>
        </p:txBody>
      </p:sp>
      <p:sp>
        <p:nvSpPr>
          <p:cNvPr id="4" name="Rounded Rectangle 3"/>
          <p:cNvSpPr/>
          <p:nvPr/>
        </p:nvSpPr>
        <p:spPr>
          <a:xfrm>
            <a:off x="411480" y="1234440"/>
            <a:ext cx="4800600" cy="3063240"/>
          </a:xfrm>
          <a:prstGeom prst="roundRect">
            <a:avLst>
              <a:gd name="adj" fmla="val 12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t"/>
          <a:lstStyle/>
          <a:p>
            <a:pPr algn="l">
              <a:spcAft>
                <a:spcPts val="600"/>
              </a:spcAft>
            </a:pPr>
            <a:r>
              <a:rPr sz="1500" b="1" i="0">
                <a:solidFill>
                  <a:srgbClr val="003057"/>
                </a:solidFill>
                <a:latin typeface="Calibri"/>
              </a:rPr>
              <a:t>Source: OpenAI preprint, Theorem 1.2</a:t>
            </a:r>
          </a:p>
          <a:p>
            <a:pPr algn="l">
              <a:spcAft>
                <a:spcPts val="600"/>
              </a:spcAft>
            </a:pPr>
            <a:r>
              <a:rPr sz="1500" b="0" i="0">
                <a:solidFill>
                  <a:srgbClr val="54585A"/>
                </a:solidFill>
                <a:latin typeface="Calibri"/>
              </a:rPr>
              <a:t>ℓ₁ has metric Markov cotype two:</a:t>
            </a:r>
          </a:p>
          <a:p>
            <a:pPr algn="l">
              <a:spcAft>
                <a:spcPts val="600"/>
              </a:spcAft>
            </a:pPr>
            <a:r>
              <a:rPr sz="1500" b="0" i="0">
                <a:solidFill>
                  <a:srgbClr val="54585A"/>
                </a:solidFill>
                <a:latin typeface="Calibri"/>
              </a:rPr>
              <a:t>for all n, t ≥ 1, every probability vector π, every stochastic A reversible w.r.t. π, and all x₁…xₙ ∈ ℓ₁, there are y₁…yₙ ∈ ℓ₁ with</a:t>
            </a:r>
          </a:p>
          <a:p>
            <a:pPr algn="l">
              <a:spcAft>
                <a:spcPts val="600"/>
              </a:spcAft>
            </a:pPr>
            <a:r>
              <a:rPr sz="1500" b="0" i="0">
                <a:solidFill>
                  <a:srgbClr val="0F7E84"/>
                </a:solidFill>
                <a:latin typeface="Calibri"/>
              </a:rPr>
              <a:t>Σᵢ πᵢ‖xᵢ−yᵢ‖² + t Σᵢⱼ πᵢaᵢⱼ‖yᵢ−yⱼ‖²</a:t>
            </a:r>
          </a:p>
          <a:p>
            <a:pPr algn="l">
              <a:spcAft>
                <a:spcPts val="600"/>
              </a:spcAft>
            </a:pPr>
            <a:r>
              <a:rPr sz="1500" b="0" i="0">
                <a:solidFill>
                  <a:srgbClr val="0F7E84"/>
                </a:solidFill>
                <a:latin typeface="Calibri"/>
              </a:rPr>
              <a:t>   ≤ C · Σᵢⱼ πᵢ ( ¹⁄ₜ Σₛ₌₁ᵗ (Aˢ)ᵢⱼ ) ‖xᵢ−xⱼ‖²</a:t>
            </a:r>
            <a:r>
              <a:rPr sz="1300" b="0" i="0">
                <a:solidFill>
                  <a:srgbClr val="54585A"/>
                </a:solidFill>
                <a:latin typeface="Calibri"/>
              </a:rPr>
              <a:t>   (C = 3024)</a:t>
            </a:r>
          </a:p>
          <a:p>
            <a:pPr algn="l">
              <a:spcAft>
                <a:spcPts val="600"/>
              </a:spcAft>
            </a:pPr>
            <a:r>
              <a:rPr sz="1300" b="0" i="1">
                <a:solidFill>
                  <a:srgbClr val="54585A"/>
                </a:solidFill>
                <a:latin typeface="Calibri"/>
              </a:rPr>
              <a:t>Resolves Ball's extension problem for ℓ₁ targets.</a:t>
            </a:r>
          </a:p>
        </p:txBody>
      </p:sp>
      <p:sp>
        <p:nvSpPr>
          <p:cNvPr id="5" name="Rounded Rectangle 4"/>
          <p:cNvSpPr/>
          <p:nvPr/>
        </p:nvSpPr>
        <p:spPr>
          <a:xfrm>
            <a:off x="5486400" y="1234440"/>
            <a:ext cx="6263640" cy="3063240"/>
          </a:xfrm>
          <a:prstGeom prst="roundRect">
            <a:avLst>
              <a:gd name="adj" fmla="val 6000"/>
            </a:avLst>
          </a:prstGeom>
          <a:solidFill>
            <a:srgbClr val="1E2733"/>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l">
              <a:spcAft>
                <a:spcPts val="0"/>
              </a:spcAft>
            </a:pPr>
            <a:r>
              <a:rPr sz="1200" b="0" i="0">
                <a:solidFill>
                  <a:srgbClr val="E6EAEE"/>
                </a:solidFill>
                <a:latin typeface="Courier New"/>
              </a:rPr>
              <a:t>abbrev L1 : Type := </a:t>
            </a:r>
            <a:r>
              <a:rPr sz="1200" b="0" i="0" err="1">
                <a:solidFill>
                  <a:srgbClr val="E6EAEE"/>
                </a:solidFill>
                <a:latin typeface="Courier New"/>
              </a:rPr>
              <a:t>lp</a:t>
            </a:r>
            <a:r>
              <a:rPr sz="1200" b="0" i="0">
                <a:solidFill>
                  <a:srgbClr val="E6EAEE"/>
                </a:solidFill>
                <a:latin typeface="Courier New"/>
              </a:rPr>
              <a:t> (fun _ : ℕ =&gt; ℝ) 1</a:t>
            </a:r>
          </a:p>
          <a:p>
            <a:pPr algn="l">
              <a:spcAft>
                <a:spcPts val="0"/>
              </a:spcAft>
            </a:pPr>
            <a:r>
              <a:rPr sz="1200" b="0" i="0">
                <a:solidFill>
                  <a:srgbClr val="E6EAEE"/>
                </a:solidFill>
                <a:latin typeface="Courier New"/>
              </a:rPr>
              <a:t> </a:t>
            </a:r>
            <a:endParaRPr sz="1200" b="0" i="0">
              <a:solidFill>
                <a:srgbClr val="E6EAEE"/>
              </a:solidFill>
              <a:latin typeface="Courier New"/>
              <a:cs typeface="Courier New"/>
            </a:endParaRPr>
          </a:p>
          <a:p>
            <a:pPr algn="l">
              <a:spcAft>
                <a:spcPts val="0"/>
              </a:spcAft>
            </a:pPr>
            <a:r>
              <a:rPr sz="1200" b="0" i="0">
                <a:solidFill>
                  <a:srgbClr val="E6EAEE"/>
                </a:solidFill>
                <a:latin typeface="Courier New"/>
              </a:rPr>
              <a:t>theorem openaimath_332_metricmarkovcotypel1</a:t>
            </a:r>
          </a:p>
          <a:p>
            <a:pPr algn="l">
              <a:spcAft>
                <a:spcPts val="0"/>
              </a:spcAft>
            </a:pPr>
            <a:r>
              <a:rPr sz="1200" b="0" i="0">
                <a:solidFill>
                  <a:srgbClr val="E6EAEE"/>
                </a:solidFill>
                <a:latin typeface="Courier New"/>
              </a:rPr>
              <a:t>  (n t : ℕ) (</a:t>
            </a:r>
            <a:r>
              <a:rPr sz="1200" b="0" i="0" err="1">
                <a:solidFill>
                  <a:srgbClr val="E6EAEE"/>
                </a:solidFill>
                <a:latin typeface="Courier New"/>
              </a:rPr>
              <a:t>ht</a:t>
            </a:r>
            <a:r>
              <a:rPr sz="1200" b="0" i="0">
                <a:solidFill>
                  <a:srgbClr val="E6EAEE"/>
                </a:solidFill>
                <a:latin typeface="Courier New"/>
              </a:rPr>
              <a:t> : 1 ≤ t) (π : Fin n → ℝ) (hπ : </a:t>
            </a:r>
            <a:r>
              <a:rPr sz="1200" b="0" i="0" err="1">
                <a:solidFill>
                  <a:srgbClr val="E6EAEE"/>
                </a:solidFill>
                <a:latin typeface="Courier New"/>
              </a:rPr>
              <a:t>IsProbVec</a:t>
            </a:r>
            <a:r>
              <a:rPr sz="1200" b="0" i="0">
                <a:solidFill>
                  <a:srgbClr val="E6EAEE"/>
                </a:solidFill>
                <a:latin typeface="Courier New"/>
              </a:rPr>
              <a:t> π)</a:t>
            </a:r>
            <a:endParaRPr sz="1200" b="0" i="0">
              <a:solidFill>
                <a:srgbClr val="E6EAEE"/>
              </a:solidFill>
              <a:latin typeface="Courier New"/>
              <a:cs typeface="Courier New"/>
            </a:endParaRPr>
          </a:p>
          <a:p>
            <a:pPr algn="l">
              <a:spcAft>
                <a:spcPts val="0"/>
              </a:spcAft>
            </a:pPr>
            <a:r>
              <a:rPr sz="1200" b="0" i="0">
                <a:solidFill>
                  <a:srgbClr val="E6EAEE"/>
                </a:solidFill>
                <a:latin typeface="Courier New"/>
              </a:rPr>
              <a:t>  (A : Matrix (Fin n) (Fin n) ℝ) (</a:t>
            </a:r>
            <a:r>
              <a:rPr sz="1200" b="0" i="0" err="1">
                <a:solidFill>
                  <a:srgbClr val="E6EAEE"/>
                </a:solidFill>
                <a:latin typeface="Courier New"/>
              </a:rPr>
              <a:t>hA</a:t>
            </a:r>
            <a:r>
              <a:rPr sz="1200" b="0" i="0">
                <a:solidFill>
                  <a:srgbClr val="E6EAEE"/>
                </a:solidFill>
                <a:latin typeface="Courier New"/>
              </a:rPr>
              <a:t> : </a:t>
            </a:r>
            <a:r>
              <a:rPr sz="1200" b="0" i="0" err="1">
                <a:solidFill>
                  <a:srgbClr val="E6EAEE"/>
                </a:solidFill>
                <a:latin typeface="Courier New"/>
              </a:rPr>
              <a:t>IsStochastic</a:t>
            </a:r>
            <a:r>
              <a:rPr sz="1200" b="0" i="0">
                <a:solidFill>
                  <a:srgbClr val="E6EAEE"/>
                </a:solidFill>
                <a:latin typeface="Courier New"/>
              </a:rPr>
              <a:t> A)</a:t>
            </a:r>
            <a:endParaRPr sz="1200" b="0" i="0">
              <a:solidFill>
                <a:srgbClr val="E6EAEE"/>
              </a:solidFill>
              <a:latin typeface="Courier New"/>
              <a:cs typeface="Courier New"/>
            </a:endParaRPr>
          </a:p>
          <a:p>
            <a:pPr algn="l">
              <a:spcAft>
                <a:spcPts val="0"/>
              </a:spcAft>
            </a:pPr>
            <a:r>
              <a:rPr sz="1200" b="0" i="0">
                <a:solidFill>
                  <a:srgbClr val="E6EAEE"/>
                </a:solidFill>
                <a:latin typeface="Courier New"/>
              </a:rPr>
              <a:t>  (</a:t>
            </a:r>
            <a:r>
              <a:rPr sz="1200" b="0" i="0" err="1">
                <a:solidFill>
                  <a:srgbClr val="E6EAEE"/>
                </a:solidFill>
                <a:latin typeface="Courier New"/>
              </a:rPr>
              <a:t>hrev</a:t>
            </a:r>
            <a:r>
              <a:rPr sz="1200" b="0" i="0">
                <a:solidFill>
                  <a:srgbClr val="E6EAEE"/>
                </a:solidFill>
                <a:latin typeface="Courier New"/>
              </a:rPr>
              <a:t> : </a:t>
            </a:r>
            <a:r>
              <a:rPr sz="1200" b="0" i="0" err="1">
                <a:solidFill>
                  <a:srgbClr val="E6EAEE"/>
                </a:solidFill>
                <a:latin typeface="Courier New"/>
              </a:rPr>
              <a:t>IsReversible</a:t>
            </a:r>
            <a:r>
              <a:rPr sz="1200" b="0" i="0">
                <a:solidFill>
                  <a:srgbClr val="E6EAEE"/>
                </a:solidFill>
                <a:latin typeface="Courier New"/>
              </a:rPr>
              <a:t> π A) (x : Fin n → L1) :</a:t>
            </a:r>
            <a:endParaRPr sz="1200" b="0" i="0">
              <a:solidFill>
                <a:srgbClr val="E6EAEE"/>
              </a:solidFill>
              <a:latin typeface="Courier New"/>
              <a:cs typeface="Courier New"/>
            </a:endParaRPr>
          </a:p>
          <a:p>
            <a:r>
              <a:rPr sz="1200" b="0" i="0">
                <a:solidFill>
                  <a:srgbClr val="E6EAEE"/>
                </a:solidFill>
                <a:latin typeface="Courier New"/>
              </a:rPr>
              <a:t>  </a:t>
            </a:r>
            <a:r>
              <a:rPr lang="en-US" sz="1200">
                <a:solidFill>
                  <a:srgbClr val="E6EAEE"/>
                </a:solidFill>
                <a:latin typeface="Courier New"/>
              </a:rPr>
              <a:t>  </a:t>
            </a:r>
            <a:r>
              <a:rPr sz="1200" b="0" i="0">
                <a:solidFill>
                  <a:srgbClr val="E6EAEE"/>
                </a:solidFill>
                <a:latin typeface="Courier New"/>
              </a:rPr>
              <a:t>∃ y : Fin n → L1,</a:t>
            </a:r>
            <a:endParaRPr sz="1200" b="0" i="0">
              <a:solidFill>
                <a:srgbClr val="E6EAEE"/>
              </a:solidFill>
              <a:latin typeface="Courier New"/>
              <a:cs typeface="Courier New"/>
            </a:endParaRPr>
          </a:p>
          <a:p>
            <a:pPr algn="l">
              <a:spcAft>
                <a:spcPts val="0"/>
              </a:spcAft>
            </a:pPr>
            <a:r>
              <a:rPr sz="1200" b="0" i="0">
                <a:solidFill>
                  <a:srgbClr val="E6EAEE"/>
                </a:solidFill>
                <a:latin typeface="Courier New"/>
              </a:rPr>
              <a:t>    ∑ </a:t>
            </a:r>
            <a:r>
              <a:rPr sz="1200" b="0" i="0" err="1">
                <a:solidFill>
                  <a:srgbClr val="E6EAEE"/>
                </a:solidFill>
                <a:latin typeface="Courier New"/>
              </a:rPr>
              <a:t>i</a:t>
            </a:r>
            <a:r>
              <a:rPr sz="1200" b="0" i="0">
                <a:solidFill>
                  <a:srgbClr val="E6EAEE"/>
                </a:solidFill>
                <a:latin typeface="Courier New"/>
              </a:rPr>
              <a:t>, π </a:t>
            </a:r>
            <a:r>
              <a:rPr sz="1200" b="0" i="0" err="1">
                <a:solidFill>
                  <a:srgbClr val="E6EAEE"/>
                </a:solidFill>
                <a:latin typeface="Courier New"/>
              </a:rPr>
              <a:t>i</a:t>
            </a:r>
            <a:r>
              <a:rPr sz="1200" b="0" i="0">
                <a:solidFill>
                  <a:srgbClr val="E6EAEE"/>
                </a:solidFill>
                <a:latin typeface="Courier New"/>
              </a:rPr>
              <a:t> * ‖x </a:t>
            </a:r>
            <a:r>
              <a:rPr sz="1200" b="0" i="0" err="1">
                <a:solidFill>
                  <a:srgbClr val="E6EAEE"/>
                </a:solidFill>
                <a:latin typeface="Courier New"/>
              </a:rPr>
              <a:t>i</a:t>
            </a:r>
            <a:r>
              <a:rPr sz="1200" b="0" i="0">
                <a:solidFill>
                  <a:srgbClr val="E6EAEE"/>
                </a:solidFill>
                <a:latin typeface="Courier New"/>
              </a:rPr>
              <a:t> - y </a:t>
            </a:r>
            <a:r>
              <a:rPr sz="1200" b="0" i="0" err="1">
                <a:solidFill>
                  <a:srgbClr val="E6EAEE"/>
                </a:solidFill>
                <a:latin typeface="Courier New"/>
              </a:rPr>
              <a:t>i</a:t>
            </a:r>
            <a:r>
              <a:rPr sz="1200" b="0" i="0">
                <a:solidFill>
                  <a:srgbClr val="E6EAEE"/>
                </a:solidFill>
                <a:latin typeface="Courier New"/>
              </a:rPr>
              <a:t>‖ ^ 2</a:t>
            </a:r>
            <a:endParaRPr sz="1200" b="0" i="0">
              <a:solidFill>
                <a:srgbClr val="E6EAEE"/>
              </a:solidFill>
              <a:latin typeface="Courier New"/>
              <a:cs typeface="Courier New"/>
            </a:endParaRPr>
          </a:p>
          <a:p>
            <a:pPr algn="l">
              <a:spcAft>
                <a:spcPts val="0"/>
              </a:spcAft>
            </a:pPr>
            <a:r>
              <a:rPr sz="1200" b="0" i="0">
                <a:solidFill>
                  <a:srgbClr val="E6EAEE"/>
                </a:solidFill>
                <a:latin typeface="Courier New"/>
              </a:rPr>
              <a:t>      + t * ∑ </a:t>
            </a:r>
            <a:r>
              <a:rPr sz="1200" b="0" i="0" err="1">
                <a:solidFill>
                  <a:srgbClr val="E6EAEE"/>
                </a:solidFill>
                <a:latin typeface="Courier New"/>
              </a:rPr>
              <a:t>i</a:t>
            </a:r>
            <a:r>
              <a:rPr sz="1200" b="0" i="0">
                <a:solidFill>
                  <a:srgbClr val="E6EAEE"/>
                </a:solidFill>
                <a:latin typeface="Courier New"/>
              </a:rPr>
              <a:t>, ∑ j, π </a:t>
            </a:r>
            <a:r>
              <a:rPr sz="1200" b="0" i="0" err="1">
                <a:solidFill>
                  <a:srgbClr val="E6EAEE"/>
                </a:solidFill>
                <a:latin typeface="Courier New"/>
              </a:rPr>
              <a:t>i</a:t>
            </a:r>
            <a:r>
              <a:rPr sz="1200" b="0" i="0">
                <a:solidFill>
                  <a:srgbClr val="E6EAEE"/>
                </a:solidFill>
                <a:latin typeface="Courier New"/>
              </a:rPr>
              <a:t> * A </a:t>
            </a:r>
            <a:r>
              <a:rPr sz="1200" b="0" i="0" err="1">
                <a:solidFill>
                  <a:srgbClr val="E6EAEE"/>
                </a:solidFill>
                <a:latin typeface="Courier New"/>
              </a:rPr>
              <a:t>i</a:t>
            </a:r>
            <a:r>
              <a:rPr sz="1200" b="0" i="0">
                <a:solidFill>
                  <a:srgbClr val="E6EAEE"/>
                </a:solidFill>
                <a:latin typeface="Courier New"/>
              </a:rPr>
              <a:t> j * ‖y </a:t>
            </a:r>
            <a:r>
              <a:rPr sz="1200" b="0" i="0" err="1">
                <a:solidFill>
                  <a:srgbClr val="E6EAEE"/>
                </a:solidFill>
                <a:latin typeface="Courier New"/>
              </a:rPr>
              <a:t>i</a:t>
            </a:r>
            <a:r>
              <a:rPr sz="1200" b="0" i="0">
                <a:solidFill>
                  <a:srgbClr val="E6EAEE"/>
                </a:solidFill>
                <a:latin typeface="Courier New"/>
              </a:rPr>
              <a:t> - y j‖ ^ 2</a:t>
            </a:r>
            <a:endParaRPr sz="1200" b="0" i="0">
              <a:solidFill>
                <a:srgbClr val="E6EAEE"/>
              </a:solidFill>
              <a:latin typeface="Courier New"/>
              <a:cs typeface="Courier New"/>
            </a:endParaRPr>
          </a:p>
          <a:p>
            <a:pPr algn="l">
              <a:spcAft>
                <a:spcPts val="0"/>
              </a:spcAft>
            </a:pPr>
            <a:r>
              <a:rPr sz="1200" b="0" i="0">
                <a:solidFill>
                  <a:srgbClr val="E6EAEE"/>
                </a:solidFill>
                <a:latin typeface="Courier New"/>
              </a:rPr>
              <a:t>    ≤ 3024 * ∑ </a:t>
            </a:r>
            <a:r>
              <a:rPr sz="1200" b="0" i="0" err="1">
                <a:solidFill>
                  <a:srgbClr val="E6EAEE"/>
                </a:solidFill>
                <a:latin typeface="Courier New"/>
              </a:rPr>
              <a:t>i</a:t>
            </a:r>
            <a:r>
              <a:rPr sz="1200" b="0" i="0">
                <a:solidFill>
                  <a:srgbClr val="E6EAEE"/>
                </a:solidFill>
                <a:latin typeface="Courier New"/>
              </a:rPr>
              <a:t>, ∑ j, π </a:t>
            </a:r>
            <a:r>
              <a:rPr sz="1200" b="0" i="0" err="1">
                <a:solidFill>
                  <a:srgbClr val="E6EAEE"/>
                </a:solidFill>
                <a:latin typeface="Courier New"/>
              </a:rPr>
              <a:t>i</a:t>
            </a:r>
            <a:r>
              <a:rPr sz="1200" b="0" i="0">
                <a:solidFill>
                  <a:srgbClr val="E6EAEE"/>
                </a:solidFill>
                <a:latin typeface="Courier New"/>
              </a:rPr>
              <a:t> *</a:t>
            </a:r>
            <a:endParaRPr sz="1200" b="0" i="0">
              <a:solidFill>
                <a:srgbClr val="E6EAEE"/>
              </a:solidFill>
              <a:latin typeface="Courier New"/>
              <a:cs typeface="Courier New"/>
            </a:endParaRPr>
          </a:p>
          <a:p>
            <a:pPr algn="l">
              <a:spcAft>
                <a:spcPts val="0"/>
              </a:spcAft>
            </a:pPr>
            <a:r>
              <a:rPr sz="1200" b="0" i="0">
                <a:solidFill>
                  <a:srgbClr val="E6EAEE"/>
                </a:solidFill>
                <a:latin typeface="Courier New"/>
              </a:rPr>
              <a:t>        ((1 / t) * ∑ s ∈ </a:t>
            </a:r>
            <a:r>
              <a:rPr sz="1200" b="0" i="0" err="1">
                <a:solidFill>
                  <a:srgbClr val="E6EAEE"/>
                </a:solidFill>
                <a:latin typeface="Courier New"/>
              </a:rPr>
              <a:t>Finset.Icc</a:t>
            </a:r>
            <a:r>
              <a:rPr sz="1200" b="0" i="0">
                <a:solidFill>
                  <a:srgbClr val="E6EAEE"/>
                </a:solidFill>
                <a:latin typeface="Courier New"/>
              </a:rPr>
              <a:t> 1 t, (A ^ s) </a:t>
            </a:r>
            <a:r>
              <a:rPr sz="1200" b="0" i="0" err="1">
                <a:solidFill>
                  <a:srgbClr val="E6EAEE"/>
                </a:solidFill>
                <a:latin typeface="Courier New"/>
              </a:rPr>
              <a:t>i</a:t>
            </a:r>
            <a:r>
              <a:rPr sz="1200" b="0" i="0">
                <a:solidFill>
                  <a:srgbClr val="E6EAEE"/>
                </a:solidFill>
                <a:latin typeface="Courier New"/>
              </a:rPr>
              <a:t> j)</a:t>
            </a:r>
            <a:endParaRPr sz="1200" b="0" i="0">
              <a:solidFill>
                <a:srgbClr val="E6EAEE"/>
              </a:solidFill>
              <a:latin typeface="Courier New"/>
              <a:cs typeface="Courier New"/>
            </a:endParaRPr>
          </a:p>
          <a:p>
            <a:pPr algn="l">
              <a:spcAft>
                <a:spcPts val="0"/>
              </a:spcAft>
            </a:pPr>
            <a:r>
              <a:rPr sz="1200" b="0" i="0">
                <a:solidFill>
                  <a:srgbClr val="E6EAEE"/>
                </a:solidFill>
                <a:latin typeface="Courier New"/>
              </a:rPr>
              <a:t>          * ‖x </a:t>
            </a:r>
            <a:r>
              <a:rPr sz="1200" b="0" i="0" err="1">
                <a:solidFill>
                  <a:srgbClr val="E6EAEE"/>
                </a:solidFill>
                <a:latin typeface="Courier New"/>
              </a:rPr>
              <a:t>i</a:t>
            </a:r>
            <a:r>
              <a:rPr sz="1200" b="0" i="0">
                <a:solidFill>
                  <a:srgbClr val="E6EAEE"/>
                </a:solidFill>
                <a:latin typeface="Courier New"/>
              </a:rPr>
              <a:t> - x j‖ ^ 2</a:t>
            </a:r>
            <a:endParaRPr sz="1200" b="0" i="0">
              <a:solidFill>
                <a:srgbClr val="E6EAEE"/>
              </a:solidFill>
              <a:latin typeface="Courier New"/>
              <a:cs typeface="Courier New"/>
            </a:endParaRPr>
          </a:p>
        </p:txBody>
      </p:sp>
      <p:sp>
        <p:nvSpPr>
          <p:cNvPr id="6" name="Rounded Rectangle 5"/>
          <p:cNvSpPr/>
          <p:nvPr/>
        </p:nvSpPr>
        <p:spPr>
          <a:xfrm>
            <a:off x="411480" y="4617720"/>
            <a:ext cx="2606040" cy="914400"/>
          </a:xfrm>
          <a:prstGeom prst="roundRect">
            <a:avLst>
              <a:gd name="adj" fmla="val 12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spcAft>
                <a:spcPts val="200"/>
              </a:spcAft>
            </a:pPr>
            <a:r>
              <a:rPr sz="1500" b="1" i="0">
                <a:solidFill>
                  <a:srgbClr val="003057"/>
                </a:solidFill>
                <a:latin typeface="Calibri"/>
              </a:rPr>
              <a:t>Captain formalizes</a:t>
            </a:r>
          </a:p>
          <a:p>
            <a:pPr algn="ctr">
              <a:spcAft>
                <a:spcPts val="200"/>
              </a:spcAft>
            </a:pPr>
            <a:r>
              <a:rPr sz="1300" b="0" i="0">
                <a:solidFill>
                  <a:srgbClr val="54585A"/>
                </a:solidFill>
                <a:latin typeface="Calibri"/>
              </a:rPr>
              <a:t>compiles in 28 s</a:t>
            </a:r>
          </a:p>
        </p:txBody>
      </p:sp>
      <p:cxnSp>
        <p:nvCxnSpPr>
          <p:cNvPr id="7" name="Connector 6"/>
          <p:cNvCxnSpPr/>
          <p:nvPr/>
        </p:nvCxnSpPr>
        <p:spPr>
          <a:xfrm>
            <a:off x="3044952" y="5074920"/>
            <a:ext cx="246888" cy="0"/>
          </a:xfrm>
          <a:prstGeom prst="line">
            <a:avLst/>
          </a:prstGeom>
          <a:ln w="22225">
            <a:solidFill>
              <a:srgbClr val="5458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319272" y="4617720"/>
            <a:ext cx="2606040" cy="914400"/>
          </a:xfrm>
          <a:prstGeom prst="roundRect">
            <a:avLst>
              <a:gd name="adj" fmla="val 12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spcAft>
                <a:spcPts val="200"/>
              </a:spcAft>
            </a:pPr>
            <a:r>
              <a:rPr sz="1500" b="1" i="0">
                <a:solidFill>
                  <a:srgbClr val="003057"/>
                </a:solidFill>
                <a:latin typeface="Calibri"/>
              </a:rPr>
              <a:t>Auditor back-translates</a:t>
            </a:r>
          </a:p>
          <a:p>
            <a:pPr algn="ctr">
              <a:spcAft>
                <a:spcPts val="200"/>
              </a:spcAft>
            </a:pPr>
            <a:r>
              <a:rPr sz="1300" b="0" i="0">
                <a:solidFill>
                  <a:srgbClr val="54585A"/>
                </a:solidFill>
                <a:latin typeface="Calibri"/>
              </a:rPr>
              <a:t>Lean → math, never sees the source</a:t>
            </a:r>
          </a:p>
        </p:txBody>
      </p:sp>
      <p:cxnSp>
        <p:nvCxnSpPr>
          <p:cNvPr id="9" name="Connector 8"/>
          <p:cNvCxnSpPr/>
          <p:nvPr/>
        </p:nvCxnSpPr>
        <p:spPr>
          <a:xfrm>
            <a:off x="5952744" y="5074920"/>
            <a:ext cx="246888" cy="0"/>
          </a:xfrm>
          <a:prstGeom prst="line">
            <a:avLst/>
          </a:prstGeom>
          <a:ln w="22225">
            <a:solidFill>
              <a:srgbClr val="5458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227064" y="4617720"/>
            <a:ext cx="2606040" cy="914400"/>
          </a:xfrm>
          <a:prstGeom prst="roundRect">
            <a:avLst>
              <a:gd name="adj" fmla="val 12000"/>
            </a:avLst>
          </a:prstGeom>
          <a:solidFill>
            <a:srgbClr val="E3F4F4"/>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spcAft>
                <a:spcPts val="200"/>
              </a:spcAft>
            </a:pPr>
            <a:r>
              <a:rPr sz="1500" b="1" i="0">
                <a:solidFill>
                  <a:srgbClr val="003057"/>
                </a:solidFill>
                <a:latin typeface="Calibri"/>
              </a:rPr>
              <a:t>Captain compares</a:t>
            </a:r>
          </a:p>
          <a:p>
            <a:pPr algn="ctr">
              <a:spcAft>
                <a:spcPts val="200"/>
              </a:spcAft>
            </a:pPr>
            <a:r>
              <a:rPr sz="1300" b="0" i="0">
                <a:solidFill>
                  <a:srgbClr val="54585A"/>
                </a:solidFill>
                <a:latin typeface="Calibri"/>
              </a:rPr>
              <a:t>verdict: FAITHFUL</a:t>
            </a:r>
          </a:p>
        </p:txBody>
      </p:sp>
      <p:cxnSp>
        <p:nvCxnSpPr>
          <p:cNvPr id="11" name="Connector 10"/>
          <p:cNvCxnSpPr/>
          <p:nvPr/>
        </p:nvCxnSpPr>
        <p:spPr>
          <a:xfrm>
            <a:off x="8860536" y="5074920"/>
            <a:ext cx="246888" cy="0"/>
          </a:xfrm>
          <a:prstGeom prst="line">
            <a:avLst/>
          </a:prstGeom>
          <a:ln w="22225">
            <a:solidFill>
              <a:srgbClr val="5458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134856" y="4617720"/>
            <a:ext cx="2606040" cy="914400"/>
          </a:xfrm>
          <a:prstGeom prst="roundRect">
            <a:avLst>
              <a:gd name="adj" fmla="val 12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spcAft>
                <a:spcPts val="200"/>
              </a:spcAft>
            </a:pPr>
            <a:r>
              <a:rPr sz="1500" b="1" i="0">
                <a:solidFill>
                  <a:srgbClr val="003057"/>
                </a:solidFill>
                <a:latin typeface="Calibri"/>
              </a:rPr>
              <a:t>Final checks</a:t>
            </a:r>
          </a:p>
          <a:p>
            <a:pPr algn="ctr">
              <a:spcAft>
                <a:spcPts val="200"/>
              </a:spcAft>
            </a:pPr>
            <a:r>
              <a:rPr sz="1300" b="0" i="0">
                <a:solidFill>
                  <a:srgbClr val="54585A"/>
                </a:solidFill>
                <a:latin typeface="Calibri"/>
              </a:rPr>
              <a:t>statement matches · standard axioms</a:t>
            </a:r>
          </a:p>
        </p:txBody>
      </p:sp>
      <p:sp>
        <p:nvSpPr>
          <p:cNvPr id="13" name="FooterName">
            <a:extLst>
              <a:ext uri="{FF2B5EF4-FFF2-40B4-BE49-F238E27FC236}">
                <a16:creationId xmlns:a16="http://schemas.microsoft.com/office/drawing/2014/main" id="{D43CB03D-768B-6EDC-29BC-355851400CC3}"/>
              </a:ext>
            </a:extLst>
          </p:cNvPr>
          <p:cNvSpPr/>
          <p:nvPr/>
        </p:nvSpPr>
        <p:spPr>
          <a:xfrm>
            <a:off x="249840" y="6559920"/>
            <a:ext cx="2499480" cy="24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200" b="0" u="none" strike="noStrike">
                <a:solidFill>
                  <a:srgbClr val="54585A"/>
                </a:solidFill>
                <a:effectLst/>
                <a:uFillTx/>
                <a:latin typeface="Arial"/>
              </a:rPr>
              <a:t>Vijay Ganesh</a:t>
            </a:r>
            <a:endParaRPr lang="en-US" sz="1200" b="0" u="none" strike="noStrike">
              <a:solidFill>
                <a:srgbClr val="000000"/>
              </a:solidFill>
              <a:effectLst/>
              <a:uFillTx/>
              <a:latin typeface="Arial"/>
            </a:endParaRPr>
          </a:p>
        </p:txBody>
      </p:sp>
      <p:sp>
        <p:nvSpPr>
          <p:cNvPr id="16" name="FooterPageNum">
            <a:extLst>
              <a:ext uri="{FF2B5EF4-FFF2-40B4-BE49-F238E27FC236}">
                <a16:creationId xmlns:a16="http://schemas.microsoft.com/office/drawing/2014/main" id="{159DAA12-1524-E3B5-B8A9-28C27D932F66}"/>
              </a:ext>
            </a:extLst>
          </p:cNvPr>
          <p:cNvSpPr txBox="1"/>
          <p:nvPr/>
        </p:nvSpPr>
        <p:spPr>
          <a:xfrm>
            <a:off x="11350000" y="6560000"/>
            <a:ext cx="600000" cy="250000"/>
          </a:xfrm>
          <a:prstGeom prst="rect">
            <a:avLst/>
          </a:prstGeom>
          <a:noFill/>
        </p:spPr>
        <p:txBody>
          <a:bodyPr lIns="0" tIns="0" rIns="0" bIns="0"/>
          <a:lstStyle/>
          <a:p>
            <a:pPr algn="r"/>
            <a:fld id="{B1E4F0D2-3C5A-4E6B-8F7C-9D0A1B2C3D4E}" type="slidenum">
              <a:rPr lang="en-US" sz="1200">
                <a:solidFill>
                  <a:srgbClr val="54585A"/>
                </a:solidFill>
                <a:latin typeface="Arial" panose="020B0604020202020204" pitchFamily="34" charset="0"/>
              </a:rPr>
              <a:t>62</a:t>
            </a:fld>
            <a:endParaRPr lang="en-US"/>
          </a:p>
        </p:txBody>
      </p:sp>
    </p:spTree>
    <p:extLst>
      <p:ext uri="{BB962C8B-B14F-4D97-AF65-F5344CB8AC3E}">
        <p14:creationId xmlns:p14="http://schemas.microsoft.com/office/powerpoint/2010/main" val="42784074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DAEB9-A16B-BE62-6E7C-51369E37993B}"/>
            </a:ext>
          </a:extLst>
        </p:cNvPr>
        <p:cNvGrpSpPr/>
        <p:nvPr/>
      </p:nvGrpSpPr>
      <p:grpSpPr>
        <a:xfrm>
          <a:off x="0" y="0"/>
          <a:ext cx="0" cy="0"/>
          <a:chOff x="0" y="0"/>
          <a:chExt cx="0" cy="0"/>
        </a:xfrm>
      </p:grpSpPr>
      <p:sp>
        <p:nvSpPr>
          <p:cNvPr id="52" name="FooterName">
            <a:extLst>
              <a:ext uri="{FF2B5EF4-FFF2-40B4-BE49-F238E27FC236}">
                <a16:creationId xmlns:a16="http://schemas.microsoft.com/office/drawing/2014/main" id="{15755992-5615-16A0-2F6A-202321068964}"/>
              </a:ext>
            </a:extLst>
          </p:cNvPr>
          <p:cNvSpPr/>
          <p:nvPr/>
        </p:nvSpPr>
        <p:spPr>
          <a:xfrm>
            <a:off x="249840" y="6559920"/>
            <a:ext cx="2499480" cy="24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lnSpc>
                <a:spcPct val="100000"/>
              </a:lnSpc>
            </a:pPr>
            <a:r>
              <a:rPr lang="en-US" sz="1200" b="0" u="none" strike="noStrike">
                <a:solidFill>
                  <a:srgbClr val="54585A"/>
                </a:solidFill>
                <a:effectLst/>
                <a:uFillTx/>
                <a:latin typeface="Arial"/>
              </a:rPr>
              <a:t>Vijay Ganesh</a:t>
            </a:r>
            <a:endParaRPr lang="en-US" sz="1200" b="0" u="none" strike="noStrike">
              <a:solidFill>
                <a:srgbClr val="000000"/>
              </a:solidFill>
              <a:effectLst/>
              <a:uFillTx/>
              <a:latin typeface="Arial"/>
            </a:endParaRPr>
          </a:p>
        </p:txBody>
      </p:sp>
      <p:sp>
        <p:nvSpPr>
          <p:cNvPr id="3" name="FooterPageNum">
            <a:extLst>
              <a:ext uri="{FF2B5EF4-FFF2-40B4-BE49-F238E27FC236}">
                <a16:creationId xmlns:a16="http://schemas.microsoft.com/office/drawing/2014/main" id="{1D9592B8-E370-D5DD-32CB-F11D4A7D8AD7}"/>
              </a:ext>
            </a:extLst>
          </p:cNvPr>
          <p:cNvSpPr txBox="1"/>
          <p:nvPr/>
        </p:nvSpPr>
        <p:spPr>
          <a:xfrm>
            <a:off x="11350000" y="6560000"/>
            <a:ext cx="600000" cy="250000"/>
          </a:xfrm>
          <a:prstGeom prst="rect">
            <a:avLst/>
          </a:prstGeom>
          <a:noFill/>
        </p:spPr>
        <p:txBody>
          <a:bodyPr lIns="0" tIns="0" rIns="0" bIns="0"/>
          <a:lstStyle/>
          <a:p>
            <a:pPr algn="r"/>
            <a:fld id="{B1E4F0D2-3C5A-4E6B-8F7C-9D0A1B2C3D4E}" type="slidenum">
              <a:rPr lang="en-US" sz="1200">
                <a:solidFill>
                  <a:srgbClr val="54585A"/>
                </a:solidFill>
                <a:latin typeface="Arial" panose="020B0604020202020204" pitchFamily="34" charset="0"/>
              </a:rPr>
              <a:t>63</a:t>
            </a:fld>
            <a:endParaRPr lang="en-US"/>
          </a:p>
        </p:txBody>
      </p:sp>
      <p:sp>
        <p:nvSpPr>
          <p:cNvPr id="2" name="PlaceHolder 1">
            <a:extLst>
              <a:ext uri="{FF2B5EF4-FFF2-40B4-BE49-F238E27FC236}">
                <a16:creationId xmlns:a16="http://schemas.microsoft.com/office/drawing/2014/main" id="{5066B765-4BEA-FDC6-11A5-DE64550DBA45}"/>
              </a:ext>
            </a:extLst>
          </p:cNvPr>
          <p:cNvSpPr>
            <a:spLocks noGrp="1"/>
          </p:cNvSpPr>
          <p:nvPr/>
        </p:nvSpPr>
        <p:spPr>
          <a:xfrm>
            <a:off x="380880" y="221200"/>
            <a:ext cx="11429640" cy="1014480"/>
          </a:xfrm>
          <a:prstGeom prst="rect">
            <a:avLst/>
          </a:prstGeom>
          <a:noFill/>
          <a:ln w="0">
            <a:noFill/>
          </a:ln>
        </p:spPr>
        <p:txBody>
          <a:bodyPr lIns="91440" tIns="45720" rIns="91440" bIns="45720" anchor="ctr">
            <a:noAutofit/>
          </a:bodyPr>
          <a:lstStyle>
            <a:defPPr>
              <a:defRPr lang="en-US"/>
            </a:defPPr>
            <a:lvl1pPr marL="228600" indent="-228600" algn="l" defTabSz="914400" rtl="0" eaLnBrk="1" latinLnBrk="0" hangingPunct="1">
              <a:lnSpc>
                <a:spcPct val="90000"/>
              </a:lnSpc>
              <a:spcBef>
                <a:spcPts val="1001"/>
              </a:spcBef>
              <a:buClr>
                <a:srgbClr val="000000"/>
              </a:buClr>
              <a:buFont typeface="Arial"/>
              <a:buChar char="•"/>
              <a:defRPr lang="en-US" sz="2400" b="0" u="none" strike="noStrike" kern="1200">
                <a:solidFill>
                  <a:schemeClr val="dk1"/>
                </a:solidFill>
                <a:effectLst/>
                <a:uFillTx/>
                <a:latin typeface="Roboto"/>
                <a:ea typeface="Roboto"/>
                <a:cs typeface="+mn-cs"/>
              </a:defRPr>
            </a:lvl1pPr>
            <a:lvl2pPr marL="685800" lvl="1" indent="-228600" algn="l" defTabSz="914400" rtl="0" eaLnBrk="1" latinLnBrk="0" hangingPunct="1">
              <a:lnSpc>
                <a:spcPct val="90000"/>
              </a:lnSpc>
              <a:spcBef>
                <a:spcPts val="499"/>
              </a:spcBef>
              <a:buClr>
                <a:srgbClr val="000000"/>
              </a:buClr>
              <a:buFont typeface="Arial"/>
              <a:buChar char="•"/>
              <a:defRPr lang="en-US" sz="2000" b="0" u="none" strike="noStrike" kern="1200">
                <a:solidFill>
                  <a:schemeClr val="dk1"/>
                </a:solidFill>
                <a:effectLst/>
                <a:uFillTx/>
                <a:latin typeface="Roboto"/>
                <a:ea typeface="Roboto"/>
                <a:cs typeface="+mn-cs"/>
              </a:defRPr>
            </a:lvl2pPr>
            <a:lvl3pPr marL="1143000" lvl="2" indent="-228600" algn="l" defTabSz="914400" rtl="0" eaLnBrk="1" latinLnBrk="0" hangingPunct="1">
              <a:lnSpc>
                <a:spcPct val="90000"/>
              </a:lnSpc>
              <a:spcBef>
                <a:spcPts val="499"/>
              </a:spcBef>
              <a:buClr>
                <a:srgbClr val="000000"/>
              </a:buClr>
              <a:buFont typeface="Arial"/>
              <a:buChar char="•"/>
              <a:defRPr lang="en-US" sz="1800" b="0" u="none" strike="noStrike" kern="1200">
                <a:solidFill>
                  <a:schemeClr val="dk1"/>
                </a:solidFill>
                <a:effectLst/>
                <a:uFillTx/>
                <a:latin typeface="Roboto"/>
                <a:ea typeface="Roboto"/>
                <a:cs typeface="+mn-cs"/>
              </a:defRPr>
            </a:lvl3pPr>
            <a:lvl4pPr marL="1600200" lvl="3" indent="-228600" algn="l" defTabSz="914400" rtl="0" eaLnBrk="1" latinLnBrk="0" hangingPunct="1">
              <a:lnSpc>
                <a:spcPct val="90000"/>
              </a:lnSpc>
              <a:spcBef>
                <a:spcPts val="499"/>
              </a:spcBef>
              <a:buClr>
                <a:srgbClr val="000000"/>
              </a:buClr>
              <a:buFont typeface="Arial"/>
              <a:buChar char="•"/>
              <a:defRPr lang="en-US" sz="1400" b="0" u="none" strike="noStrike" kern="1200">
                <a:solidFill>
                  <a:schemeClr val="dk1"/>
                </a:solidFill>
                <a:effectLst/>
                <a:uFillTx/>
                <a:latin typeface="Roboto"/>
                <a:ea typeface="Roboto"/>
                <a:cs typeface="+mn-cs"/>
              </a:defRPr>
            </a:lvl4pPr>
            <a:lvl5pPr marL="2057400" lvl="4" indent="-228600" algn="l" defTabSz="914400" rtl="0" eaLnBrk="1" latinLnBrk="0" hangingPunct="1">
              <a:lnSpc>
                <a:spcPct val="90000"/>
              </a:lnSpc>
              <a:spcBef>
                <a:spcPts val="499"/>
              </a:spcBef>
              <a:buClr>
                <a:srgbClr val="000000"/>
              </a:buClr>
              <a:buFont typeface="Arial"/>
              <a:buChar char="•"/>
              <a:defRPr lang="en-US" sz="1100" b="0" u="none" strike="noStrike" kern="1200">
                <a:solidFill>
                  <a:schemeClr val="dk1"/>
                </a:solidFill>
                <a:effectLst/>
                <a:uFillTx/>
                <a:latin typeface="Roboto"/>
                <a:ea typeface="Roboto"/>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gn="l" defTabSz="914400">
              <a:lnSpc>
                <a:spcPct val="90000"/>
              </a:lnSpc>
              <a:buNone/>
            </a:pPr>
            <a:r>
              <a:rPr lang="en-US" sz="3000" b="1" u="none" strike="noStrike">
                <a:solidFill>
                  <a:srgbClr val="003057"/>
                </a:solidFill>
                <a:effectLst/>
                <a:uFillTx/>
                <a:latin typeface="Arial"/>
                <a:ea typeface="Roboto"/>
              </a:rPr>
              <a:t>Orchestration: Architecture and Lean-Gated Pipeline</a:t>
            </a:r>
            <a:endParaRPr lang="en-US" sz="3000" b="1" u="none" strike="noStrike">
              <a:solidFill>
                <a:srgbClr val="003057"/>
              </a:solidFill>
              <a:effectLst/>
              <a:uFillTx/>
              <a:latin typeface="Arial"/>
            </a:endParaRPr>
          </a:p>
        </p:txBody>
      </p:sp>
      <p:sp>
        <p:nvSpPr>
          <p:cNvPr id="4" name="Rounded Rectangle 3">
            <a:extLst>
              <a:ext uri="{FF2B5EF4-FFF2-40B4-BE49-F238E27FC236}">
                <a16:creationId xmlns:a16="http://schemas.microsoft.com/office/drawing/2014/main" id="{F65D2004-98F5-F903-A61F-210E28466AD5}"/>
              </a:ext>
            </a:extLst>
          </p:cNvPr>
          <p:cNvSpPr/>
          <p:nvPr/>
        </p:nvSpPr>
        <p:spPr>
          <a:xfrm>
            <a:off x="385200" y="1673352"/>
            <a:ext cx="1828440" cy="1188360"/>
          </a:xfrm>
          <a:prstGeom prst="roundRect">
            <a:avLst>
              <a:gd name="adj" fmla="val 12000"/>
            </a:avLst>
          </a:prstGeom>
          <a:solidFill>
            <a:srgbClr val="F3F5F7"/>
          </a:solidFill>
          <a:ln>
            <a:noFill/>
          </a:ln>
        </p:spPr>
        <p:style>
          <a:lnRef idx="1">
            <a:schemeClr val="accent1"/>
          </a:lnRef>
          <a:fillRef idx="3">
            <a:schemeClr val="accent1"/>
          </a:fillRef>
          <a:effectRef idx="2">
            <a:schemeClr val="accent1"/>
          </a:effectRef>
          <a:fontRef idx="minor"/>
        </p:style>
        <p:txBody>
          <a:bodyPr lIns="73080" tIns="73080" rIns="73080" bIns="7308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lnSpc>
                <a:spcPct val="100000"/>
              </a:lnSpc>
              <a:spcAft>
                <a:spcPts val="201"/>
              </a:spcAft>
            </a:pPr>
            <a:r>
              <a:rPr lang="en-US" sz="1500" b="1" u="none" strike="noStrike">
                <a:solidFill>
                  <a:srgbClr val="003057"/>
                </a:solidFill>
                <a:effectLst/>
                <a:uFillTx/>
                <a:latin typeface="Calibri"/>
              </a:rPr>
              <a:t>Informal problem</a:t>
            </a:r>
            <a:endParaRPr lang="en-US" sz="1500" b="0" u="none" strike="noStrike">
              <a:solidFill>
                <a:srgbClr val="000000"/>
              </a:solidFill>
              <a:effectLst/>
              <a:uFillTx/>
              <a:latin typeface="Arial"/>
            </a:endParaRPr>
          </a:p>
          <a:p>
            <a:pPr algn="ctr" defTabSz="457200">
              <a:lnSpc>
                <a:spcPct val="100000"/>
              </a:lnSpc>
              <a:spcAft>
                <a:spcPts val="201"/>
              </a:spcAft>
            </a:pPr>
            <a:r>
              <a:rPr lang="en-US" sz="1300" b="0" u="none" strike="noStrike">
                <a:solidFill>
                  <a:srgbClr val="54585A"/>
                </a:solidFill>
                <a:effectLst/>
                <a:uFillTx/>
                <a:latin typeface="Calibri"/>
              </a:rPr>
              <a:t>statement + proof</a:t>
            </a:r>
            <a:endParaRPr lang="en-US" sz="1300" b="0" u="none" strike="noStrike">
              <a:solidFill>
                <a:srgbClr val="000000"/>
              </a:solidFill>
              <a:effectLst/>
              <a:uFillTx/>
              <a:latin typeface="Arial"/>
            </a:endParaRPr>
          </a:p>
          <a:p>
            <a:pPr algn="ctr" defTabSz="457200">
              <a:lnSpc>
                <a:spcPct val="100000"/>
              </a:lnSpc>
              <a:spcAft>
                <a:spcPts val="201"/>
              </a:spcAft>
            </a:pPr>
            <a:r>
              <a:rPr lang="en-US" sz="1200" b="0" u="none" strike="noStrike">
                <a:solidFill>
                  <a:srgbClr val="54585A"/>
                </a:solidFill>
                <a:effectLst/>
                <a:uFillTx/>
                <a:latin typeface="Calibri"/>
              </a:rPr>
              <a:t>(an OpenAI preprint)</a:t>
            </a:r>
            <a:endParaRPr lang="en-US" sz="1200" b="0" u="none" strike="noStrike">
              <a:solidFill>
                <a:srgbClr val="000000"/>
              </a:solidFill>
              <a:effectLst/>
              <a:uFillTx/>
              <a:latin typeface="Arial"/>
            </a:endParaRPr>
          </a:p>
        </p:txBody>
      </p:sp>
      <p:sp>
        <p:nvSpPr>
          <p:cNvPr id="5" name="Rounded Rectangle 4">
            <a:extLst>
              <a:ext uri="{FF2B5EF4-FFF2-40B4-BE49-F238E27FC236}">
                <a16:creationId xmlns:a16="http://schemas.microsoft.com/office/drawing/2014/main" id="{4A489130-9732-7310-5ABC-5CE7B8BA170D}"/>
              </a:ext>
            </a:extLst>
          </p:cNvPr>
          <p:cNvSpPr/>
          <p:nvPr/>
        </p:nvSpPr>
        <p:spPr>
          <a:xfrm>
            <a:off x="2716920" y="1399032"/>
            <a:ext cx="2742840" cy="1737000"/>
          </a:xfrm>
          <a:prstGeom prst="roundRect">
            <a:avLst>
              <a:gd name="adj" fmla="val 12000"/>
            </a:avLst>
          </a:prstGeom>
          <a:solidFill>
            <a:srgbClr val="F8F1DF"/>
          </a:solidFill>
          <a:ln w="15875">
            <a:solidFill>
              <a:srgbClr val="C99A1E"/>
            </a:solidFill>
          </a:ln>
        </p:spPr>
        <p:style>
          <a:lnRef idx="1">
            <a:schemeClr val="accent1"/>
          </a:lnRef>
          <a:fillRef idx="3">
            <a:schemeClr val="accent1"/>
          </a:fillRef>
          <a:effectRef idx="2">
            <a:schemeClr val="accent1"/>
          </a:effectRef>
          <a:fontRef idx="minor"/>
        </p:style>
        <p:txBody>
          <a:bodyPr lIns="73080" tIns="73080" rIns="73080" bIns="7308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lnSpc>
                <a:spcPct val="100000"/>
              </a:lnSpc>
              <a:spcAft>
                <a:spcPts val="201"/>
              </a:spcAft>
            </a:pPr>
            <a:r>
              <a:rPr lang="en-US" sz="1600" b="1" u="none" strike="noStrike">
                <a:solidFill>
                  <a:srgbClr val="003057"/>
                </a:solidFill>
                <a:effectLst/>
                <a:uFillTx/>
                <a:latin typeface="Calibri"/>
              </a:rPr>
              <a:t>Captain · Claude Opus 5.5</a:t>
            </a:r>
            <a:endParaRPr lang="en-US" sz="1600" b="0" u="none" strike="noStrike">
              <a:solidFill>
                <a:srgbClr val="000000"/>
              </a:solidFill>
              <a:effectLst/>
              <a:uFillTx/>
              <a:latin typeface="Arial"/>
            </a:endParaRPr>
          </a:p>
          <a:p>
            <a:pPr algn="ctr" defTabSz="457200">
              <a:lnSpc>
                <a:spcPct val="100000"/>
              </a:lnSpc>
              <a:spcAft>
                <a:spcPts val="201"/>
              </a:spcAft>
            </a:pPr>
            <a:r>
              <a:rPr lang="en-US" sz="1300" b="0" u="none" strike="noStrike">
                <a:solidFill>
                  <a:srgbClr val="54585A"/>
                </a:solidFill>
                <a:effectLst/>
                <a:uFillTx/>
                <a:latin typeface="Calibri"/>
              </a:rPr>
              <a:t>formalizes, splits the proof into lemmas, answers hand-backs, assembles</a:t>
            </a:r>
            <a:endParaRPr lang="en-US" sz="1300" b="0" u="none" strike="noStrike">
              <a:solidFill>
                <a:srgbClr val="000000"/>
              </a:solidFill>
              <a:effectLst/>
              <a:uFillTx/>
              <a:latin typeface="Arial"/>
            </a:endParaRPr>
          </a:p>
          <a:p>
            <a:pPr algn="ctr" defTabSz="457200">
              <a:lnSpc>
                <a:spcPct val="100000"/>
              </a:lnSpc>
              <a:spcAft>
                <a:spcPts val="201"/>
              </a:spcAft>
            </a:pPr>
            <a:r>
              <a:rPr lang="en-US" sz="1200" b="0" i="1" u="none" strike="noStrike">
                <a:solidFill>
                  <a:srgbClr val="54585A"/>
                </a:solidFill>
                <a:effectLst/>
                <a:uFillTx/>
                <a:latin typeface="Calibri"/>
              </a:rPr>
              <a:t>+ blind auditor · sketch judge · reviewer</a:t>
            </a:r>
            <a:endParaRPr lang="en-US" sz="1200" b="0" u="none" strike="noStrike">
              <a:solidFill>
                <a:srgbClr val="000000"/>
              </a:solidFill>
              <a:effectLst/>
              <a:uFillTx/>
              <a:latin typeface="Arial"/>
            </a:endParaRPr>
          </a:p>
        </p:txBody>
      </p:sp>
      <p:cxnSp>
        <p:nvCxnSpPr>
          <p:cNvPr id="6" name="Connector 5">
            <a:extLst>
              <a:ext uri="{FF2B5EF4-FFF2-40B4-BE49-F238E27FC236}">
                <a16:creationId xmlns:a16="http://schemas.microsoft.com/office/drawing/2014/main" id="{5DDC3C41-8F5D-09D7-AAD6-F7BB02E5B06D}"/>
              </a:ext>
            </a:extLst>
          </p:cNvPr>
          <p:cNvCxnSpPr/>
          <p:nvPr/>
        </p:nvCxnSpPr>
        <p:spPr>
          <a:xfrm>
            <a:off x="2214000" y="2267712"/>
            <a:ext cx="503280" cy="360"/>
          </a:xfrm>
          <a:prstGeom prst="straightConnector1">
            <a:avLst/>
          </a:prstGeom>
          <a:ln w="22225">
            <a:solidFill>
              <a:srgbClr val="54585A"/>
            </a:solidFill>
            <a:tailEnd type="triangle" w="med" len="med"/>
          </a:ln>
        </p:spPr>
      </p:cxnSp>
      <p:sp>
        <p:nvSpPr>
          <p:cNvPr id="7" name="Rounded Rectangle 6">
            <a:extLst>
              <a:ext uri="{FF2B5EF4-FFF2-40B4-BE49-F238E27FC236}">
                <a16:creationId xmlns:a16="http://schemas.microsoft.com/office/drawing/2014/main" id="{8969052E-058F-8072-4C6C-C28DAE772947}"/>
              </a:ext>
            </a:extLst>
          </p:cNvPr>
          <p:cNvSpPr/>
          <p:nvPr/>
        </p:nvSpPr>
        <p:spPr>
          <a:xfrm>
            <a:off x="6145920" y="1261872"/>
            <a:ext cx="3017160" cy="2057040"/>
          </a:xfrm>
          <a:prstGeom prst="roundRect">
            <a:avLst>
              <a:gd name="adj" fmla="val 12000"/>
            </a:avLst>
          </a:prstGeom>
          <a:solidFill>
            <a:srgbClr val="E8F0F9"/>
          </a:solidFill>
          <a:ln w="15875">
            <a:solidFill>
              <a:srgbClr val="2A6EBB"/>
            </a:solidFill>
          </a:ln>
        </p:spPr>
        <p:style>
          <a:lnRef idx="1">
            <a:schemeClr val="accent1"/>
          </a:lnRef>
          <a:fillRef idx="3">
            <a:schemeClr val="accent1"/>
          </a:fillRef>
          <a:effectRef idx="2">
            <a:schemeClr val="accent1"/>
          </a:effectRef>
          <a:fontRef idx="minor"/>
        </p:style>
        <p:txBody>
          <a:bodyPr lIns="90000" tIns="91440" rIns="90000" bIns="9144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lnSpc>
                <a:spcPct val="100000"/>
              </a:lnSpc>
              <a:spcAft>
                <a:spcPts val="201"/>
              </a:spcAft>
            </a:pPr>
            <a:r>
              <a:rPr lang="en-US" sz="1600" b="1" u="none" strike="noStrike">
                <a:solidFill>
                  <a:srgbClr val="003057"/>
                </a:solidFill>
                <a:effectLst/>
                <a:uFillTx/>
                <a:latin typeface="Calibri"/>
              </a:rPr>
              <a:t>AIProver solver pool</a:t>
            </a:r>
            <a:endParaRPr lang="en-US" sz="1600" b="0" u="none" strike="noStrike">
              <a:solidFill>
                <a:srgbClr val="000000"/>
              </a:solidFill>
              <a:effectLst/>
              <a:uFillTx/>
              <a:latin typeface="Arial"/>
            </a:endParaRPr>
          </a:p>
          <a:p>
            <a:pPr algn="ctr" defTabSz="457200">
              <a:lnSpc>
                <a:spcPct val="100000"/>
              </a:lnSpc>
              <a:spcAft>
                <a:spcPts val="201"/>
              </a:spcAft>
            </a:pPr>
            <a:r>
              <a:rPr lang="en-US" sz="1200" b="0" u="none" strike="noStrike">
                <a:solidFill>
                  <a:srgbClr val="54585A"/>
                </a:solidFill>
                <a:effectLst/>
                <a:uFillTx/>
                <a:latin typeface="Calibri"/>
              </a:rPr>
              <a:t>open-weight prover + Lean tools · GH200 / vLLM</a:t>
            </a:r>
            <a:endParaRPr lang="en-US" sz="1200" b="0" u="none" strike="noStrike">
              <a:solidFill>
                <a:srgbClr val="000000"/>
              </a:solidFill>
              <a:effectLst/>
              <a:uFillTx/>
              <a:latin typeface="Arial"/>
            </a:endParaRPr>
          </a:p>
        </p:txBody>
      </p:sp>
      <p:sp>
        <p:nvSpPr>
          <p:cNvPr id="8" name="Rounded Rectangle 7">
            <a:extLst>
              <a:ext uri="{FF2B5EF4-FFF2-40B4-BE49-F238E27FC236}">
                <a16:creationId xmlns:a16="http://schemas.microsoft.com/office/drawing/2014/main" id="{253CCDAF-D79A-C11B-D950-22EAFB73FF9B}"/>
              </a:ext>
            </a:extLst>
          </p:cNvPr>
          <p:cNvSpPr/>
          <p:nvPr/>
        </p:nvSpPr>
        <p:spPr>
          <a:xfrm>
            <a:off x="6420240" y="2221992"/>
            <a:ext cx="328680" cy="292320"/>
          </a:xfrm>
          <a:prstGeom prst="roundRect">
            <a:avLst>
              <a:gd name="adj" fmla="val 25000"/>
            </a:avLst>
          </a:prstGeom>
          <a:solidFill>
            <a:srgbClr val="129A9E"/>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0" u="none" strike="noStrike">
              <a:solidFill>
                <a:schemeClr val="lt1"/>
              </a:solidFill>
              <a:effectLst/>
              <a:uFillTx/>
              <a:latin typeface="Arial"/>
            </a:endParaRPr>
          </a:p>
        </p:txBody>
      </p:sp>
      <p:sp>
        <p:nvSpPr>
          <p:cNvPr id="9" name="Rounded Rectangle 8">
            <a:extLst>
              <a:ext uri="{FF2B5EF4-FFF2-40B4-BE49-F238E27FC236}">
                <a16:creationId xmlns:a16="http://schemas.microsoft.com/office/drawing/2014/main" id="{15AD83C6-83F9-6778-47A9-5469278F4BE8}"/>
              </a:ext>
            </a:extLst>
          </p:cNvPr>
          <p:cNvSpPr/>
          <p:nvPr/>
        </p:nvSpPr>
        <p:spPr>
          <a:xfrm>
            <a:off x="6850080" y="2221992"/>
            <a:ext cx="328680" cy="292320"/>
          </a:xfrm>
          <a:prstGeom prst="roundRect">
            <a:avLst>
              <a:gd name="adj" fmla="val 25000"/>
            </a:avLst>
          </a:prstGeom>
          <a:solidFill>
            <a:srgbClr val="2A6EB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0" u="none" strike="noStrike">
              <a:solidFill>
                <a:schemeClr val="lt1"/>
              </a:solidFill>
              <a:effectLst/>
              <a:uFillTx/>
              <a:latin typeface="Arial"/>
            </a:endParaRPr>
          </a:p>
        </p:txBody>
      </p:sp>
      <p:sp>
        <p:nvSpPr>
          <p:cNvPr id="10" name="Rounded Rectangle 9">
            <a:extLst>
              <a:ext uri="{FF2B5EF4-FFF2-40B4-BE49-F238E27FC236}">
                <a16:creationId xmlns:a16="http://schemas.microsoft.com/office/drawing/2014/main" id="{6374893A-F53F-0A40-FFE9-AF912E515217}"/>
              </a:ext>
            </a:extLst>
          </p:cNvPr>
          <p:cNvSpPr/>
          <p:nvPr/>
        </p:nvSpPr>
        <p:spPr>
          <a:xfrm>
            <a:off x="7279920" y="2221992"/>
            <a:ext cx="328680" cy="292320"/>
          </a:xfrm>
          <a:prstGeom prst="roundRect">
            <a:avLst>
              <a:gd name="adj" fmla="val 25000"/>
            </a:avLst>
          </a:prstGeom>
          <a:solidFill>
            <a:srgbClr val="2A6EB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0" u="none" strike="noStrike">
              <a:solidFill>
                <a:schemeClr val="lt1"/>
              </a:solidFill>
              <a:effectLst/>
              <a:uFillTx/>
              <a:latin typeface="Arial"/>
            </a:endParaRPr>
          </a:p>
        </p:txBody>
      </p:sp>
      <p:sp>
        <p:nvSpPr>
          <p:cNvPr id="11" name="Rounded Rectangle 10">
            <a:extLst>
              <a:ext uri="{FF2B5EF4-FFF2-40B4-BE49-F238E27FC236}">
                <a16:creationId xmlns:a16="http://schemas.microsoft.com/office/drawing/2014/main" id="{64799D30-C919-2B94-4BB5-43DB9CBA1938}"/>
              </a:ext>
            </a:extLst>
          </p:cNvPr>
          <p:cNvSpPr/>
          <p:nvPr/>
        </p:nvSpPr>
        <p:spPr>
          <a:xfrm>
            <a:off x="7709400" y="2221992"/>
            <a:ext cx="328680" cy="292320"/>
          </a:xfrm>
          <a:prstGeom prst="roundRect">
            <a:avLst>
              <a:gd name="adj" fmla="val 25000"/>
            </a:avLst>
          </a:prstGeom>
          <a:solidFill>
            <a:srgbClr val="2A6EB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0" u="none" strike="noStrike">
              <a:solidFill>
                <a:schemeClr val="lt1"/>
              </a:solidFill>
              <a:effectLst/>
              <a:uFillTx/>
              <a:latin typeface="Arial"/>
            </a:endParaRPr>
          </a:p>
        </p:txBody>
      </p:sp>
      <p:sp>
        <p:nvSpPr>
          <p:cNvPr id="12" name="Rounded Rectangle 11">
            <a:extLst>
              <a:ext uri="{FF2B5EF4-FFF2-40B4-BE49-F238E27FC236}">
                <a16:creationId xmlns:a16="http://schemas.microsoft.com/office/drawing/2014/main" id="{EDC6C026-CBA1-2ECE-8EA9-C3CC24CF4DB5}"/>
              </a:ext>
            </a:extLst>
          </p:cNvPr>
          <p:cNvSpPr/>
          <p:nvPr/>
        </p:nvSpPr>
        <p:spPr>
          <a:xfrm>
            <a:off x="8139240" y="2221992"/>
            <a:ext cx="328680" cy="292320"/>
          </a:xfrm>
          <a:prstGeom prst="roundRect">
            <a:avLst>
              <a:gd name="adj" fmla="val 25000"/>
            </a:avLst>
          </a:prstGeom>
          <a:solidFill>
            <a:srgbClr val="2A6EB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0" u="none" strike="noStrike">
              <a:solidFill>
                <a:schemeClr val="lt1"/>
              </a:solidFill>
              <a:effectLst/>
              <a:uFillTx/>
              <a:latin typeface="Arial"/>
            </a:endParaRPr>
          </a:p>
        </p:txBody>
      </p:sp>
      <p:sp>
        <p:nvSpPr>
          <p:cNvPr id="13" name="Rounded Rectangle 12">
            <a:extLst>
              <a:ext uri="{FF2B5EF4-FFF2-40B4-BE49-F238E27FC236}">
                <a16:creationId xmlns:a16="http://schemas.microsoft.com/office/drawing/2014/main" id="{95FBCB55-7120-DAA0-5F15-539F8D4D82F5}"/>
              </a:ext>
            </a:extLst>
          </p:cNvPr>
          <p:cNvSpPr/>
          <p:nvPr/>
        </p:nvSpPr>
        <p:spPr>
          <a:xfrm>
            <a:off x="8569080" y="2221992"/>
            <a:ext cx="328680" cy="292320"/>
          </a:xfrm>
          <a:prstGeom prst="roundRect">
            <a:avLst>
              <a:gd name="adj" fmla="val 25000"/>
            </a:avLst>
          </a:prstGeom>
          <a:solidFill>
            <a:srgbClr val="129A9E"/>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0" u="none" strike="noStrike">
              <a:solidFill>
                <a:schemeClr val="lt1"/>
              </a:solidFill>
              <a:effectLst/>
              <a:uFillTx/>
              <a:latin typeface="Arial"/>
            </a:endParaRPr>
          </a:p>
        </p:txBody>
      </p:sp>
      <p:sp>
        <p:nvSpPr>
          <p:cNvPr id="14" name="Rounded Rectangle 13">
            <a:extLst>
              <a:ext uri="{FF2B5EF4-FFF2-40B4-BE49-F238E27FC236}">
                <a16:creationId xmlns:a16="http://schemas.microsoft.com/office/drawing/2014/main" id="{A6A8E714-2D47-84DA-37E0-B901AEB4C9B3}"/>
              </a:ext>
            </a:extLst>
          </p:cNvPr>
          <p:cNvSpPr/>
          <p:nvPr/>
        </p:nvSpPr>
        <p:spPr>
          <a:xfrm>
            <a:off x="6420240" y="2633472"/>
            <a:ext cx="328680" cy="292320"/>
          </a:xfrm>
          <a:prstGeom prst="roundRect">
            <a:avLst>
              <a:gd name="adj" fmla="val 25000"/>
            </a:avLst>
          </a:prstGeom>
          <a:solidFill>
            <a:srgbClr val="2A6EB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0" u="none" strike="noStrike">
              <a:solidFill>
                <a:schemeClr val="lt1"/>
              </a:solidFill>
              <a:effectLst/>
              <a:uFillTx/>
              <a:latin typeface="Arial"/>
            </a:endParaRPr>
          </a:p>
        </p:txBody>
      </p:sp>
      <p:sp>
        <p:nvSpPr>
          <p:cNvPr id="53" name="Rounded Rectangle 14">
            <a:extLst>
              <a:ext uri="{FF2B5EF4-FFF2-40B4-BE49-F238E27FC236}">
                <a16:creationId xmlns:a16="http://schemas.microsoft.com/office/drawing/2014/main" id="{5F3596E6-43D6-CDCE-4EFB-50F781F33959}"/>
              </a:ext>
            </a:extLst>
          </p:cNvPr>
          <p:cNvSpPr/>
          <p:nvPr/>
        </p:nvSpPr>
        <p:spPr>
          <a:xfrm>
            <a:off x="6850080" y="2633472"/>
            <a:ext cx="328680" cy="292320"/>
          </a:xfrm>
          <a:prstGeom prst="roundRect">
            <a:avLst>
              <a:gd name="adj" fmla="val 25000"/>
            </a:avLst>
          </a:prstGeom>
          <a:solidFill>
            <a:srgbClr val="2A6EB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0" u="none" strike="noStrike">
              <a:solidFill>
                <a:schemeClr val="lt1"/>
              </a:solidFill>
              <a:effectLst/>
              <a:uFillTx/>
              <a:latin typeface="Arial"/>
            </a:endParaRPr>
          </a:p>
        </p:txBody>
      </p:sp>
      <p:sp>
        <p:nvSpPr>
          <p:cNvPr id="54" name="Rounded Rectangle 15">
            <a:extLst>
              <a:ext uri="{FF2B5EF4-FFF2-40B4-BE49-F238E27FC236}">
                <a16:creationId xmlns:a16="http://schemas.microsoft.com/office/drawing/2014/main" id="{D1FC7486-5EC9-7CC9-BD0D-C131AA248B61}"/>
              </a:ext>
            </a:extLst>
          </p:cNvPr>
          <p:cNvSpPr/>
          <p:nvPr/>
        </p:nvSpPr>
        <p:spPr>
          <a:xfrm>
            <a:off x="7279920" y="2633472"/>
            <a:ext cx="328680" cy="292320"/>
          </a:xfrm>
          <a:prstGeom prst="roundRect">
            <a:avLst>
              <a:gd name="adj" fmla="val 25000"/>
            </a:avLst>
          </a:prstGeom>
          <a:solidFill>
            <a:srgbClr val="2A6EB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0" u="none" strike="noStrike">
              <a:solidFill>
                <a:schemeClr val="lt1"/>
              </a:solidFill>
              <a:effectLst/>
              <a:uFillTx/>
              <a:latin typeface="Arial"/>
            </a:endParaRPr>
          </a:p>
        </p:txBody>
      </p:sp>
      <p:sp>
        <p:nvSpPr>
          <p:cNvPr id="55" name="Rounded Rectangle 16">
            <a:extLst>
              <a:ext uri="{FF2B5EF4-FFF2-40B4-BE49-F238E27FC236}">
                <a16:creationId xmlns:a16="http://schemas.microsoft.com/office/drawing/2014/main" id="{CB168BD6-F398-CCEA-EA70-8C234ECAD01E}"/>
              </a:ext>
            </a:extLst>
          </p:cNvPr>
          <p:cNvSpPr/>
          <p:nvPr/>
        </p:nvSpPr>
        <p:spPr>
          <a:xfrm>
            <a:off x="7709400" y="2633472"/>
            <a:ext cx="328680" cy="292320"/>
          </a:xfrm>
          <a:prstGeom prst="roundRect">
            <a:avLst>
              <a:gd name="adj" fmla="val 25000"/>
            </a:avLst>
          </a:prstGeom>
          <a:solidFill>
            <a:srgbClr val="2A6EB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0" u="none" strike="noStrike">
              <a:solidFill>
                <a:schemeClr val="lt1"/>
              </a:solidFill>
              <a:effectLst/>
              <a:uFillTx/>
              <a:latin typeface="Arial"/>
            </a:endParaRPr>
          </a:p>
        </p:txBody>
      </p:sp>
      <p:sp>
        <p:nvSpPr>
          <p:cNvPr id="56" name="Rounded Rectangle 17">
            <a:extLst>
              <a:ext uri="{FF2B5EF4-FFF2-40B4-BE49-F238E27FC236}">
                <a16:creationId xmlns:a16="http://schemas.microsoft.com/office/drawing/2014/main" id="{5DBD2464-40ED-C9E8-1838-EBB8A3CBFD4C}"/>
              </a:ext>
            </a:extLst>
          </p:cNvPr>
          <p:cNvSpPr/>
          <p:nvPr/>
        </p:nvSpPr>
        <p:spPr>
          <a:xfrm>
            <a:off x="8139240" y="2633472"/>
            <a:ext cx="328680" cy="292320"/>
          </a:xfrm>
          <a:prstGeom prst="roundRect">
            <a:avLst>
              <a:gd name="adj" fmla="val 25000"/>
            </a:avLst>
          </a:prstGeom>
          <a:solidFill>
            <a:srgbClr val="129A9E"/>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0" u="none" strike="noStrike">
              <a:solidFill>
                <a:schemeClr val="lt1"/>
              </a:solidFill>
              <a:effectLst/>
              <a:uFillTx/>
              <a:latin typeface="Arial"/>
            </a:endParaRPr>
          </a:p>
        </p:txBody>
      </p:sp>
      <p:sp>
        <p:nvSpPr>
          <p:cNvPr id="57" name="Rounded Rectangle 18">
            <a:extLst>
              <a:ext uri="{FF2B5EF4-FFF2-40B4-BE49-F238E27FC236}">
                <a16:creationId xmlns:a16="http://schemas.microsoft.com/office/drawing/2014/main" id="{D599517E-A35E-B1DE-FCCC-CAF10BABCA6B}"/>
              </a:ext>
            </a:extLst>
          </p:cNvPr>
          <p:cNvSpPr/>
          <p:nvPr/>
        </p:nvSpPr>
        <p:spPr>
          <a:xfrm>
            <a:off x="8569080" y="2633472"/>
            <a:ext cx="328680" cy="292320"/>
          </a:xfrm>
          <a:prstGeom prst="roundRect">
            <a:avLst>
              <a:gd name="adj" fmla="val 25000"/>
            </a:avLst>
          </a:prstGeom>
          <a:solidFill>
            <a:srgbClr val="2A6EB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0" u="none" strike="noStrike">
              <a:solidFill>
                <a:schemeClr val="lt1"/>
              </a:solidFill>
              <a:effectLst/>
              <a:uFillTx/>
              <a:latin typeface="Arial"/>
            </a:endParaRPr>
          </a:p>
        </p:txBody>
      </p:sp>
      <p:cxnSp>
        <p:nvCxnSpPr>
          <p:cNvPr id="58" name="Connector 19">
            <a:extLst>
              <a:ext uri="{FF2B5EF4-FFF2-40B4-BE49-F238E27FC236}">
                <a16:creationId xmlns:a16="http://schemas.microsoft.com/office/drawing/2014/main" id="{C553F141-8775-B065-207F-FBA719ABC4CE}"/>
              </a:ext>
            </a:extLst>
          </p:cNvPr>
          <p:cNvCxnSpPr/>
          <p:nvPr/>
        </p:nvCxnSpPr>
        <p:spPr>
          <a:xfrm>
            <a:off x="5460120" y="1947672"/>
            <a:ext cx="686160" cy="360"/>
          </a:xfrm>
          <a:prstGeom prst="straightConnector1">
            <a:avLst/>
          </a:prstGeom>
          <a:ln w="22225">
            <a:solidFill>
              <a:srgbClr val="003057"/>
            </a:solidFill>
            <a:tailEnd type="triangle" w="med" len="med"/>
          </a:ln>
        </p:spPr>
      </p:cxnSp>
      <p:cxnSp>
        <p:nvCxnSpPr>
          <p:cNvPr id="59" name="Connector 20">
            <a:extLst>
              <a:ext uri="{FF2B5EF4-FFF2-40B4-BE49-F238E27FC236}">
                <a16:creationId xmlns:a16="http://schemas.microsoft.com/office/drawing/2014/main" id="{FDAC276B-33B1-A905-7620-54577E75E389}"/>
              </a:ext>
            </a:extLst>
          </p:cNvPr>
          <p:cNvCxnSpPr/>
          <p:nvPr/>
        </p:nvCxnSpPr>
        <p:spPr>
          <a:xfrm flipH="1">
            <a:off x="5460120" y="2587752"/>
            <a:ext cx="686160" cy="360"/>
          </a:xfrm>
          <a:prstGeom prst="straightConnector1">
            <a:avLst/>
          </a:prstGeom>
          <a:ln w="22225">
            <a:solidFill>
              <a:srgbClr val="003057"/>
            </a:solidFill>
            <a:tailEnd type="triangle" w="med" len="med"/>
          </a:ln>
        </p:spPr>
      </p:cxnSp>
      <p:sp>
        <p:nvSpPr>
          <p:cNvPr id="60" name="TextBox 21">
            <a:extLst>
              <a:ext uri="{FF2B5EF4-FFF2-40B4-BE49-F238E27FC236}">
                <a16:creationId xmlns:a16="http://schemas.microsoft.com/office/drawing/2014/main" id="{FF4A68D2-38FA-BF21-3A4C-9505A25ECB93}"/>
              </a:ext>
            </a:extLst>
          </p:cNvPr>
          <p:cNvSpPr/>
          <p:nvPr/>
        </p:nvSpPr>
        <p:spPr>
          <a:xfrm>
            <a:off x="5414400" y="1536192"/>
            <a:ext cx="776880" cy="25812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lnSpc>
                <a:spcPct val="100000"/>
              </a:lnSpc>
              <a:spcAft>
                <a:spcPts val="601"/>
              </a:spcAft>
            </a:pPr>
            <a:r>
              <a:rPr lang="en-US" sz="1100" b="0" u="none" strike="noStrike">
                <a:solidFill>
                  <a:srgbClr val="54585A"/>
                </a:solidFill>
                <a:effectLst/>
                <a:uFillTx/>
                <a:latin typeface="Calibri"/>
              </a:rPr>
              <a:t>lemmas</a:t>
            </a:r>
            <a:endParaRPr lang="en-US" sz="1100" b="0" u="none" strike="noStrike">
              <a:solidFill>
                <a:srgbClr val="000000"/>
              </a:solidFill>
              <a:effectLst/>
              <a:uFillTx/>
              <a:latin typeface="Arial"/>
            </a:endParaRPr>
          </a:p>
        </p:txBody>
      </p:sp>
      <p:sp>
        <p:nvSpPr>
          <p:cNvPr id="61" name="TextBox 22">
            <a:extLst>
              <a:ext uri="{FF2B5EF4-FFF2-40B4-BE49-F238E27FC236}">
                <a16:creationId xmlns:a16="http://schemas.microsoft.com/office/drawing/2014/main" id="{CA2B713B-7BA6-5226-D9C9-910A81701CB0}"/>
              </a:ext>
            </a:extLst>
          </p:cNvPr>
          <p:cNvSpPr/>
          <p:nvPr/>
        </p:nvSpPr>
        <p:spPr>
          <a:xfrm>
            <a:off x="5414400" y="2633472"/>
            <a:ext cx="776880" cy="4251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lnSpc>
                <a:spcPct val="100000"/>
              </a:lnSpc>
            </a:pPr>
            <a:r>
              <a:rPr lang="en-US" sz="1100" b="0" u="none" strike="noStrike">
                <a:solidFill>
                  <a:srgbClr val="54585A"/>
                </a:solidFill>
                <a:effectLst/>
                <a:uFillTx/>
                <a:latin typeface="Calibri"/>
              </a:rPr>
              <a:t>proofs / errors</a:t>
            </a:r>
            <a:endParaRPr lang="en-US" sz="1100" b="0" u="none" strike="noStrike">
              <a:solidFill>
                <a:srgbClr val="000000"/>
              </a:solidFill>
              <a:effectLst/>
              <a:uFillTx/>
              <a:latin typeface="Arial"/>
            </a:endParaRPr>
          </a:p>
        </p:txBody>
      </p:sp>
      <p:sp>
        <p:nvSpPr>
          <p:cNvPr id="62" name="Rounded Rectangle 23">
            <a:extLst>
              <a:ext uri="{FF2B5EF4-FFF2-40B4-BE49-F238E27FC236}">
                <a16:creationId xmlns:a16="http://schemas.microsoft.com/office/drawing/2014/main" id="{8C69E158-73D4-AAD5-6E60-1FFFC5CCE02E}"/>
              </a:ext>
            </a:extLst>
          </p:cNvPr>
          <p:cNvSpPr/>
          <p:nvPr/>
        </p:nvSpPr>
        <p:spPr>
          <a:xfrm>
            <a:off x="9666360" y="1673352"/>
            <a:ext cx="2057040" cy="1188360"/>
          </a:xfrm>
          <a:prstGeom prst="roundRect">
            <a:avLst>
              <a:gd name="adj" fmla="val 12000"/>
            </a:avLst>
          </a:prstGeom>
          <a:solidFill>
            <a:srgbClr val="E3F4F4"/>
          </a:solidFill>
          <a:ln w="15875">
            <a:solidFill>
              <a:srgbClr val="129A9E"/>
            </a:solidFill>
          </a:ln>
        </p:spPr>
        <p:style>
          <a:lnRef idx="1">
            <a:schemeClr val="accent1"/>
          </a:lnRef>
          <a:fillRef idx="3">
            <a:schemeClr val="accent1"/>
          </a:fillRef>
          <a:effectRef idx="2">
            <a:schemeClr val="accent1"/>
          </a:effectRef>
          <a:fontRef idx="minor"/>
        </p:style>
        <p:txBody>
          <a:bodyPr lIns="73080" tIns="73080" rIns="73080" bIns="7308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lnSpc>
                <a:spcPct val="100000"/>
              </a:lnSpc>
              <a:spcAft>
                <a:spcPts val="201"/>
              </a:spcAft>
            </a:pPr>
            <a:r>
              <a:rPr lang="en-US" sz="1500" b="1" u="none" strike="noStrike">
                <a:solidFill>
                  <a:srgbClr val="003057"/>
                </a:solidFill>
                <a:effectLst/>
                <a:uFillTx/>
                <a:latin typeface="Calibri"/>
              </a:rPr>
              <a:t>Verified Lean proof</a:t>
            </a:r>
            <a:endParaRPr lang="en-US" sz="1500" b="0" u="none" strike="noStrike">
              <a:solidFill>
                <a:srgbClr val="000000"/>
              </a:solidFill>
              <a:effectLst/>
              <a:uFillTx/>
              <a:latin typeface="Arial"/>
            </a:endParaRPr>
          </a:p>
          <a:p>
            <a:pPr algn="ctr" defTabSz="457200">
              <a:lnSpc>
                <a:spcPct val="100000"/>
              </a:lnSpc>
              <a:spcAft>
                <a:spcPts val="201"/>
              </a:spcAft>
            </a:pPr>
            <a:r>
              <a:rPr lang="en-US" sz="1200" b="0" u="none" strike="noStrike">
                <a:solidFill>
                  <a:srgbClr val="54585A"/>
                </a:solidFill>
                <a:effectLst/>
                <a:uFillTx/>
                <a:latin typeface="Calibri"/>
              </a:rPr>
              <a:t>checked locally + LaTeX report</a:t>
            </a:r>
            <a:endParaRPr lang="en-US" sz="1200" b="0" u="none" strike="noStrike">
              <a:solidFill>
                <a:srgbClr val="000000"/>
              </a:solidFill>
              <a:effectLst/>
              <a:uFillTx/>
              <a:latin typeface="Arial"/>
            </a:endParaRPr>
          </a:p>
        </p:txBody>
      </p:sp>
      <p:cxnSp>
        <p:nvCxnSpPr>
          <p:cNvPr id="63" name="Connector 24">
            <a:extLst>
              <a:ext uri="{FF2B5EF4-FFF2-40B4-BE49-F238E27FC236}">
                <a16:creationId xmlns:a16="http://schemas.microsoft.com/office/drawing/2014/main" id="{77AA474A-DE71-8887-CDA5-49F392B1695C}"/>
              </a:ext>
            </a:extLst>
          </p:cNvPr>
          <p:cNvCxnSpPr/>
          <p:nvPr/>
        </p:nvCxnSpPr>
        <p:spPr>
          <a:xfrm>
            <a:off x="9163440" y="2267712"/>
            <a:ext cx="503280" cy="360"/>
          </a:xfrm>
          <a:prstGeom prst="straightConnector1">
            <a:avLst/>
          </a:prstGeom>
          <a:ln w="22225">
            <a:solidFill>
              <a:srgbClr val="54585A"/>
            </a:solidFill>
            <a:tailEnd type="triangle" w="med" len="med"/>
          </a:ln>
        </p:spPr>
      </p:cxnSp>
      <p:sp>
        <p:nvSpPr>
          <p:cNvPr id="64" name="Rounded Rectangle 3">
            <a:extLst>
              <a:ext uri="{FF2B5EF4-FFF2-40B4-BE49-F238E27FC236}">
                <a16:creationId xmlns:a16="http://schemas.microsoft.com/office/drawing/2014/main" id="{4B65757E-2734-8BCB-8A1D-C4A11ABC16EC}"/>
              </a:ext>
            </a:extLst>
          </p:cNvPr>
          <p:cNvSpPr/>
          <p:nvPr/>
        </p:nvSpPr>
        <p:spPr>
          <a:xfrm>
            <a:off x="429339" y="3977640"/>
            <a:ext cx="1371600" cy="1143000"/>
          </a:xfrm>
          <a:prstGeom prst="roundRect">
            <a:avLst>
              <a:gd name="adj" fmla="val 12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spcAft>
                <a:spcPts val="200"/>
              </a:spcAft>
            </a:pPr>
            <a:r>
              <a:rPr sz="1600" b="1" i="0">
                <a:solidFill>
                  <a:srgbClr val="003057"/>
                </a:solidFill>
                <a:latin typeface="Calibri"/>
              </a:rPr>
              <a:t>Formalize</a:t>
            </a:r>
          </a:p>
          <a:p>
            <a:pPr algn="ctr">
              <a:spcAft>
                <a:spcPts val="200"/>
              </a:spcAft>
            </a:pPr>
            <a:r>
              <a:rPr sz="1200" b="0" i="0">
                <a:solidFill>
                  <a:srgbClr val="54585A"/>
                </a:solidFill>
                <a:latin typeface="Calibri"/>
              </a:rPr>
              <a:t>Lean statement
+ definitions</a:t>
            </a:r>
          </a:p>
        </p:txBody>
      </p:sp>
      <p:cxnSp>
        <p:nvCxnSpPr>
          <p:cNvPr id="65" name="Connector 5">
            <a:extLst>
              <a:ext uri="{FF2B5EF4-FFF2-40B4-BE49-F238E27FC236}">
                <a16:creationId xmlns:a16="http://schemas.microsoft.com/office/drawing/2014/main" id="{9BF704FD-1023-D332-7D01-EDC10C905AAC}"/>
              </a:ext>
            </a:extLst>
          </p:cNvPr>
          <p:cNvCxnSpPr/>
          <p:nvPr/>
        </p:nvCxnSpPr>
        <p:spPr>
          <a:xfrm>
            <a:off x="1819227" y="4544568"/>
            <a:ext cx="219456" cy="0"/>
          </a:xfrm>
          <a:prstGeom prst="line">
            <a:avLst/>
          </a:prstGeom>
          <a:ln w="22225">
            <a:solidFill>
              <a:srgbClr val="5458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6" name="Rounded Rectangle 6">
            <a:extLst>
              <a:ext uri="{FF2B5EF4-FFF2-40B4-BE49-F238E27FC236}">
                <a16:creationId xmlns:a16="http://schemas.microsoft.com/office/drawing/2014/main" id="{4A7C5D25-1D98-C207-93B1-31E22EC19EFA}"/>
              </a:ext>
            </a:extLst>
          </p:cNvPr>
          <p:cNvSpPr/>
          <p:nvPr/>
        </p:nvSpPr>
        <p:spPr>
          <a:xfrm>
            <a:off x="2056971" y="3977640"/>
            <a:ext cx="1371600" cy="1143000"/>
          </a:xfrm>
          <a:prstGeom prst="roundRect">
            <a:avLst>
              <a:gd name="adj" fmla="val 12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spcAft>
                <a:spcPts val="200"/>
              </a:spcAft>
            </a:pPr>
            <a:r>
              <a:rPr sz="1600" b="1" i="0">
                <a:solidFill>
                  <a:srgbClr val="003057"/>
                </a:solidFill>
                <a:latin typeface="Calibri"/>
              </a:rPr>
              <a:t>Blind audit</a:t>
            </a:r>
          </a:p>
          <a:p>
            <a:pPr algn="ctr">
              <a:spcAft>
                <a:spcPts val="200"/>
              </a:spcAft>
            </a:pPr>
            <a:r>
              <a:rPr sz="1200" b="0" i="0">
                <a:solidFill>
                  <a:srgbClr val="54585A"/>
                </a:solidFill>
                <a:latin typeface="Calibri"/>
              </a:rPr>
              <a:t>back-translate
&amp; compare</a:t>
            </a:r>
          </a:p>
        </p:txBody>
      </p:sp>
      <p:sp>
        <p:nvSpPr>
          <p:cNvPr id="67" name="Rounded Rectangle 7">
            <a:extLst>
              <a:ext uri="{FF2B5EF4-FFF2-40B4-BE49-F238E27FC236}">
                <a16:creationId xmlns:a16="http://schemas.microsoft.com/office/drawing/2014/main" id="{F830376B-E180-3B8F-C315-3538D35365AB}"/>
              </a:ext>
            </a:extLst>
          </p:cNvPr>
          <p:cNvSpPr/>
          <p:nvPr/>
        </p:nvSpPr>
        <p:spPr>
          <a:xfrm>
            <a:off x="2194131" y="3474720"/>
            <a:ext cx="1097280" cy="329184"/>
          </a:xfrm>
          <a:prstGeom prst="roundRect">
            <a:avLst>
              <a:gd name="adj" fmla="val 50000"/>
            </a:avLst>
          </a:prstGeom>
          <a:solidFill>
            <a:srgbClr val="129A9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spcAft>
                <a:spcPts val="200"/>
              </a:spcAft>
            </a:pPr>
            <a:r>
              <a:rPr sz="1200" b="1" i="0">
                <a:solidFill>
                  <a:srgbClr val="FFFFFF"/>
                </a:solidFill>
                <a:latin typeface="Calibri"/>
              </a:rPr>
              <a:t>FAITHFUL</a:t>
            </a:r>
          </a:p>
        </p:txBody>
      </p:sp>
      <p:cxnSp>
        <p:nvCxnSpPr>
          <p:cNvPr id="68" name="Connector 8">
            <a:extLst>
              <a:ext uri="{FF2B5EF4-FFF2-40B4-BE49-F238E27FC236}">
                <a16:creationId xmlns:a16="http://schemas.microsoft.com/office/drawing/2014/main" id="{7DD4E6BE-C954-95C5-7AA4-5B5A2659F474}"/>
              </a:ext>
            </a:extLst>
          </p:cNvPr>
          <p:cNvCxnSpPr/>
          <p:nvPr/>
        </p:nvCxnSpPr>
        <p:spPr>
          <a:xfrm>
            <a:off x="3446859" y="4544568"/>
            <a:ext cx="219456" cy="0"/>
          </a:xfrm>
          <a:prstGeom prst="line">
            <a:avLst/>
          </a:prstGeom>
          <a:ln w="22225">
            <a:solidFill>
              <a:srgbClr val="5458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9" name="Rounded Rectangle 9">
            <a:extLst>
              <a:ext uri="{FF2B5EF4-FFF2-40B4-BE49-F238E27FC236}">
                <a16:creationId xmlns:a16="http://schemas.microsoft.com/office/drawing/2014/main" id="{982081B9-763B-2B81-50F7-08DFF85BD5CB}"/>
              </a:ext>
            </a:extLst>
          </p:cNvPr>
          <p:cNvSpPr/>
          <p:nvPr/>
        </p:nvSpPr>
        <p:spPr>
          <a:xfrm>
            <a:off x="3684603" y="3977640"/>
            <a:ext cx="1371600" cy="1143000"/>
          </a:xfrm>
          <a:prstGeom prst="roundRect">
            <a:avLst>
              <a:gd name="adj" fmla="val 12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spcAft>
                <a:spcPts val="200"/>
              </a:spcAft>
            </a:pPr>
            <a:r>
              <a:rPr sz="1600" b="1" i="0">
                <a:solidFill>
                  <a:srgbClr val="003057"/>
                </a:solidFill>
                <a:latin typeface="Calibri"/>
              </a:rPr>
              <a:t>Sketch</a:t>
            </a:r>
          </a:p>
          <a:p>
            <a:pPr algn="ctr">
              <a:spcAft>
                <a:spcPts val="200"/>
              </a:spcAft>
            </a:pPr>
            <a:r>
              <a:rPr sz="1200" b="0" i="0">
                <a:solidFill>
                  <a:srgbClr val="54585A"/>
                </a:solidFill>
                <a:latin typeface="Calibri"/>
              </a:rPr>
              <a:t>proof → lemmas
as sorry</a:t>
            </a:r>
          </a:p>
        </p:txBody>
      </p:sp>
      <p:cxnSp>
        <p:nvCxnSpPr>
          <p:cNvPr id="70" name="Connector 11">
            <a:extLst>
              <a:ext uri="{FF2B5EF4-FFF2-40B4-BE49-F238E27FC236}">
                <a16:creationId xmlns:a16="http://schemas.microsoft.com/office/drawing/2014/main" id="{AEF88FEE-DFE7-1413-4427-60226B2AD963}"/>
              </a:ext>
            </a:extLst>
          </p:cNvPr>
          <p:cNvCxnSpPr/>
          <p:nvPr/>
        </p:nvCxnSpPr>
        <p:spPr>
          <a:xfrm>
            <a:off x="5074491" y="4544568"/>
            <a:ext cx="219456" cy="0"/>
          </a:xfrm>
          <a:prstGeom prst="line">
            <a:avLst/>
          </a:prstGeom>
          <a:ln w="22225">
            <a:solidFill>
              <a:srgbClr val="5458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1" name="Rounded Rectangle 12">
            <a:extLst>
              <a:ext uri="{FF2B5EF4-FFF2-40B4-BE49-F238E27FC236}">
                <a16:creationId xmlns:a16="http://schemas.microsoft.com/office/drawing/2014/main" id="{5C4C9E84-B5F9-09F7-3178-359A2EF3C224}"/>
              </a:ext>
            </a:extLst>
          </p:cNvPr>
          <p:cNvSpPr/>
          <p:nvPr/>
        </p:nvSpPr>
        <p:spPr>
          <a:xfrm>
            <a:off x="5312235" y="3977640"/>
            <a:ext cx="1371600" cy="1143000"/>
          </a:xfrm>
          <a:prstGeom prst="roundRect">
            <a:avLst>
              <a:gd name="adj" fmla="val 12000"/>
            </a:avLst>
          </a:prstGeom>
          <a:solidFill>
            <a:srgbClr val="E8F0F9"/>
          </a:solidFill>
          <a:ln w="15875">
            <a:solidFill>
              <a:srgbClr val="2A6EBB"/>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spcAft>
                <a:spcPts val="200"/>
              </a:spcAft>
            </a:pPr>
            <a:r>
              <a:rPr sz="1600" b="1" i="0">
                <a:solidFill>
                  <a:srgbClr val="003057"/>
                </a:solidFill>
                <a:latin typeface="Calibri"/>
              </a:rPr>
              <a:t>Prove</a:t>
            </a:r>
          </a:p>
          <a:p>
            <a:pPr algn="ctr">
              <a:spcAft>
                <a:spcPts val="200"/>
              </a:spcAft>
            </a:pPr>
            <a:r>
              <a:rPr sz="1200" b="0" i="0">
                <a:solidFill>
                  <a:srgbClr val="54585A"/>
                </a:solidFill>
                <a:latin typeface="Calibri"/>
              </a:rPr>
              <a:t>parallel AIProver
jobs per lemma</a:t>
            </a:r>
          </a:p>
        </p:txBody>
      </p:sp>
      <p:cxnSp>
        <p:nvCxnSpPr>
          <p:cNvPr id="72" name="Connector 14">
            <a:extLst>
              <a:ext uri="{FF2B5EF4-FFF2-40B4-BE49-F238E27FC236}">
                <a16:creationId xmlns:a16="http://schemas.microsoft.com/office/drawing/2014/main" id="{5674F2F7-63CD-C241-B97E-6CCCA5B80B42}"/>
              </a:ext>
            </a:extLst>
          </p:cNvPr>
          <p:cNvCxnSpPr/>
          <p:nvPr/>
        </p:nvCxnSpPr>
        <p:spPr>
          <a:xfrm>
            <a:off x="6702123" y="4544568"/>
            <a:ext cx="219456" cy="0"/>
          </a:xfrm>
          <a:prstGeom prst="line">
            <a:avLst/>
          </a:prstGeom>
          <a:ln w="22225">
            <a:solidFill>
              <a:srgbClr val="5458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3" name="Rounded Rectangle 15">
            <a:extLst>
              <a:ext uri="{FF2B5EF4-FFF2-40B4-BE49-F238E27FC236}">
                <a16:creationId xmlns:a16="http://schemas.microsoft.com/office/drawing/2014/main" id="{2D0CEC61-2737-B005-202D-0CB9BF1FECD9}"/>
              </a:ext>
            </a:extLst>
          </p:cNvPr>
          <p:cNvSpPr/>
          <p:nvPr/>
        </p:nvSpPr>
        <p:spPr>
          <a:xfrm>
            <a:off x="6939867" y="3977640"/>
            <a:ext cx="1371600" cy="1143000"/>
          </a:xfrm>
          <a:prstGeom prst="roundRect">
            <a:avLst>
              <a:gd name="adj" fmla="val 12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spcAft>
                <a:spcPts val="200"/>
              </a:spcAft>
            </a:pPr>
            <a:r>
              <a:rPr sz="1600" b="1" i="0">
                <a:solidFill>
                  <a:srgbClr val="003057"/>
                </a:solidFill>
                <a:latin typeface="Calibri"/>
              </a:rPr>
              <a:t>Assemble</a:t>
            </a:r>
          </a:p>
          <a:p>
            <a:pPr algn="ctr">
              <a:spcAft>
                <a:spcPts val="200"/>
              </a:spcAft>
            </a:pPr>
            <a:r>
              <a:rPr sz="1200" b="0" i="0">
                <a:solidFill>
                  <a:srgbClr val="54585A"/>
                </a:solidFill>
                <a:latin typeface="Calibri"/>
              </a:rPr>
              <a:t>compile in
dependency order</a:t>
            </a:r>
          </a:p>
        </p:txBody>
      </p:sp>
      <p:sp>
        <p:nvSpPr>
          <p:cNvPr id="74" name="Rounded Rectangle 16">
            <a:extLst>
              <a:ext uri="{FF2B5EF4-FFF2-40B4-BE49-F238E27FC236}">
                <a16:creationId xmlns:a16="http://schemas.microsoft.com/office/drawing/2014/main" id="{2837A66C-8940-ADF8-5FE4-AB88541509B5}"/>
              </a:ext>
            </a:extLst>
          </p:cNvPr>
          <p:cNvSpPr/>
          <p:nvPr/>
        </p:nvSpPr>
        <p:spPr>
          <a:xfrm>
            <a:off x="7077027" y="3474720"/>
            <a:ext cx="1097280" cy="329184"/>
          </a:xfrm>
          <a:prstGeom prst="roundRect">
            <a:avLst>
              <a:gd name="adj" fmla="val 50000"/>
            </a:avLst>
          </a:prstGeom>
          <a:solidFill>
            <a:srgbClr val="129A9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spcAft>
                <a:spcPts val="200"/>
              </a:spcAft>
            </a:pPr>
            <a:r>
              <a:rPr sz="1200" b="1" i="0">
                <a:solidFill>
                  <a:srgbClr val="FFFFFF"/>
                </a:solidFill>
                <a:latin typeface="Calibri"/>
              </a:rPr>
              <a:t>0 sorry</a:t>
            </a:r>
          </a:p>
        </p:txBody>
      </p:sp>
      <p:cxnSp>
        <p:nvCxnSpPr>
          <p:cNvPr id="75" name="Connector 17">
            <a:extLst>
              <a:ext uri="{FF2B5EF4-FFF2-40B4-BE49-F238E27FC236}">
                <a16:creationId xmlns:a16="http://schemas.microsoft.com/office/drawing/2014/main" id="{2717F9F7-F57E-9691-513D-7D56D8933A9B}"/>
              </a:ext>
            </a:extLst>
          </p:cNvPr>
          <p:cNvCxnSpPr/>
          <p:nvPr/>
        </p:nvCxnSpPr>
        <p:spPr>
          <a:xfrm>
            <a:off x="8329755" y="4544568"/>
            <a:ext cx="219456" cy="0"/>
          </a:xfrm>
          <a:prstGeom prst="line">
            <a:avLst/>
          </a:prstGeom>
          <a:ln w="22225">
            <a:solidFill>
              <a:srgbClr val="5458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6" name="Rounded Rectangle 18">
            <a:extLst>
              <a:ext uri="{FF2B5EF4-FFF2-40B4-BE49-F238E27FC236}">
                <a16:creationId xmlns:a16="http://schemas.microsoft.com/office/drawing/2014/main" id="{543C397E-49E2-5FFF-75B0-4D1F7F1DB77A}"/>
              </a:ext>
            </a:extLst>
          </p:cNvPr>
          <p:cNvSpPr/>
          <p:nvPr/>
        </p:nvSpPr>
        <p:spPr>
          <a:xfrm>
            <a:off x="8567499" y="3977640"/>
            <a:ext cx="1371600" cy="1143000"/>
          </a:xfrm>
          <a:prstGeom prst="roundRect">
            <a:avLst>
              <a:gd name="adj" fmla="val 12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spcAft>
                <a:spcPts val="200"/>
              </a:spcAft>
            </a:pPr>
            <a:r>
              <a:rPr sz="1600" b="1" i="0">
                <a:solidFill>
                  <a:srgbClr val="003057"/>
                </a:solidFill>
                <a:latin typeface="Calibri"/>
              </a:rPr>
              <a:t>Review</a:t>
            </a:r>
          </a:p>
          <a:p>
            <a:pPr algn="ctr">
              <a:spcAft>
                <a:spcPts val="200"/>
              </a:spcAft>
            </a:pPr>
            <a:r>
              <a:rPr sz="1200" b="0" i="0">
                <a:solidFill>
                  <a:srgbClr val="54585A"/>
                </a:solidFill>
                <a:latin typeface="Calibri"/>
              </a:rPr>
              <a:t>independent
faithfulness check</a:t>
            </a:r>
          </a:p>
        </p:txBody>
      </p:sp>
      <p:sp>
        <p:nvSpPr>
          <p:cNvPr id="77" name="Rounded Rectangle 19">
            <a:extLst>
              <a:ext uri="{FF2B5EF4-FFF2-40B4-BE49-F238E27FC236}">
                <a16:creationId xmlns:a16="http://schemas.microsoft.com/office/drawing/2014/main" id="{771EC85E-70FD-CA8D-A4F5-0947377BFD6A}"/>
              </a:ext>
            </a:extLst>
          </p:cNvPr>
          <p:cNvSpPr/>
          <p:nvPr/>
        </p:nvSpPr>
        <p:spPr>
          <a:xfrm>
            <a:off x="8704659" y="3474720"/>
            <a:ext cx="1097280" cy="329184"/>
          </a:xfrm>
          <a:prstGeom prst="roundRect">
            <a:avLst>
              <a:gd name="adj" fmla="val 50000"/>
            </a:avLst>
          </a:prstGeom>
          <a:solidFill>
            <a:srgbClr val="129A9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spcAft>
                <a:spcPts val="200"/>
              </a:spcAft>
            </a:pPr>
            <a:r>
              <a:rPr sz="1200" b="1" i="0">
                <a:solidFill>
                  <a:srgbClr val="FFFFFF"/>
                </a:solidFill>
                <a:latin typeface="Calibri"/>
              </a:rPr>
              <a:t>FAITHFUL</a:t>
            </a:r>
          </a:p>
        </p:txBody>
      </p:sp>
      <p:cxnSp>
        <p:nvCxnSpPr>
          <p:cNvPr id="78" name="Connector 20">
            <a:extLst>
              <a:ext uri="{FF2B5EF4-FFF2-40B4-BE49-F238E27FC236}">
                <a16:creationId xmlns:a16="http://schemas.microsoft.com/office/drawing/2014/main" id="{B8E87FA9-356E-04BB-73A3-5C07DB1EE77D}"/>
              </a:ext>
            </a:extLst>
          </p:cNvPr>
          <p:cNvCxnSpPr/>
          <p:nvPr/>
        </p:nvCxnSpPr>
        <p:spPr>
          <a:xfrm>
            <a:off x="9957387" y="4544568"/>
            <a:ext cx="219456" cy="0"/>
          </a:xfrm>
          <a:prstGeom prst="line">
            <a:avLst/>
          </a:prstGeom>
          <a:ln w="22225">
            <a:solidFill>
              <a:srgbClr val="5458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9" name="Rounded Rectangle 21">
            <a:extLst>
              <a:ext uri="{FF2B5EF4-FFF2-40B4-BE49-F238E27FC236}">
                <a16:creationId xmlns:a16="http://schemas.microsoft.com/office/drawing/2014/main" id="{DA5A08CF-814D-0F37-B7BF-5E2225992EBC}"/>
              </a:ext>
            </a:extLst>
          </p:cNvPr>
          <p:cNvSpPr/>
          <p:nvPr/>
        </p:nvSpPr>
        <p:spPr>
          <a:xfrm>
            <a:off x="10195131" y="3977640"/>
            <a:ext cx="1371600" cy="1143000"/>
          </a:xfrm>
          <a:prstGeom prst="roundRect">
            <a:avLst>
              <a:gd name="adj" fmla="val 12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spcAft>
                <a:spcPts val="200"/>
              </a:spcAft>
            </a:pPr>
            <a:r>
              <a:rPr sz="1600" b="1" i="0">
                <a:solidFill>
                  <a:srgbClr val="003057"/>
                </a:solidFill>
                <a:latin typeface="Calibri"/>
              </a:rPr>
              <a:t>Report</a:t>
            </a:r>
          </a:p>
          <a:p>
            <a:pPr algn="ctr">
              <a:spcAft>
                <a:spcPts val="200"/>
              </a:spcAft>
            </a:pPr>
            <a:r>
              <a:rPr sz="1200" b="0" i="0">
                <a:solidFill>
                  <a:srgbClr val="54585A"/>
                </a:solidFill>
                <a:latin typeface="Calibri"/>
              </a:rPr>
              <a:t>LaTeX write-up
+ informal proof</a:t>
            </a:r>
          </a:p>
        </p:txBody>
      </p:sp>
      <p:sp>
        <p:nvSpPr>
          <p:cNvPr id="80" name="Freeform 1">
            <a:extLst>
              <a:ext uri="{FF2B5EF4-FFF2-40B4-BE49-F238E27FC236}">
                <a16:creationId xmlns:a16="http://schemas.microsoft.com/office/drawing/2014/main" id="{1C1B103E-C448-7226-1891-6E55C046961B}"/>
              </a:ext>
            </a:extLst>
          </p:cNvPr>
          <p:cNvSpPr/>
          <p:nvPr/>
        </p:nvSpPr>
        <p:spPr>
          <a:xfrm>
            <a:off x="1115139" y="5120640"/>
            <a:ext cx="1810512" cy="411480"/>
          </a:xfrm>
          <a:custGeom>
            <a:avLst/>
            <a:gdLst/>
            <a:ahLst/>
            <a:cxnLst/>
            <a:rect l="l" t="t" r="r" b="b"/>
            <a:pathLst>
              <a:path w="1810512" h="411480">
                <a:moveTo>
                  <a:pt x="1810512" y="0"/>
                </a:moveTo>
                <a:lnTo>
                  <a:pt x="1810512" y="411480"/>
                </a:lnTo>
                <a:lnTo>
                  <a:pt x="0" y="411480"/>
                </a:lnTo>
                <a:lnTo>
                  <a:pt x="0" y="18288"/>
                </a:lnTo>
              </a:path>
            </a:pathLst>
          </a:custGeom>
          <a:noFill/>
          <a:ln w="19050">
            <a:solidFill>
              <a:srgbClr val="54585A"/>
            </a:solidFill>
            <a:prstDash val="dash"/>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1" name="TextBox 24">
            <a:extLst>
              <a:ext uri="{FF2B5EF4-FFF2-40B4-BE49-F238E27FC236}">
                <a16:creationId xmlns:a16="http://schemas.microsoft.com/office/drawing/2014/main" id="{B1B447AA-C753-E4B1-E640-70F6672FF73C}"/>
              </a:ext>
            </a:extLst>
          </p:cNvPr>
          <p:cNvSpPr txBox="1"/>
          <p:nvPr/>
        </p:nvSpPr>
        <p:spPr>
          <a:xfrm>
            <a:off x="1206579" y="5568696"/>
            <a:ext cx="3840480" cy="301752"/>
          </a:xfrm>
          <a:prstGeom prst="rect">
            <a:avLst/>
          </a:prstGeom>
          <a:noFill/>
        </p:spPr>
        <p:txBody>
          <a:bodyPr wrap="square" lIns="45720" r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600"/>
              </a:spcAft>
            </a:pPr>
            <a:r>
              <a:rPr sz="1200" b="0" i="1">
                <a:solidFill>
                  <a:srgbClr val="54585A"/>
                </a:solidFill>
                <a:latin typeface="Calibri"/>
              </a:rPr>
              <a:t>unfaithful → revise</a:t>
            </a:r>
          </a:p>
        </p:txBody>
      </p:sp>
      <p:sp>
        <p:nvSpPr>
          <p:cNvPr id="82" name="Freeform 25">
            <a:extLst>
              <a:ext uri="{FF2B5EF4-FFF2-40B4-BE49-F238E27FC236}">
                <a16:creationId xmlns:a16="http://schemas.microsoft.com/office/drawing/2014/main" id="{4FED04F5-A67C-4DA4-D51F-E3C91C075CCA}"/>
              </a:ext>
            </a:extLst>
          </p:cNvPr>
          <p:cNvSpPr/>
          <p:nvPr/>
        </p:nvSpPr>
        <p:spPr>
          <a:xfrm>
            <a:off x="4187523" y="5120640"/>
            <a:ext cx="1993392" cy="411480"/>
          </a:xfrm>
          <a:custGeom>
            <a:avLst/>
            <a:gdLst/>
            <a:ahLst/>
            <a:cxnLst/>
            <a:rect l="l" t="t" r="r" b="b"/>
            <a:pathLst>
              <a:path w="1993392" h="411480">
                <a:moveTo>
                  <a:pt x="1993392" y="0"/>
                </a:moveTo>
                <a:lnTo>
                  <a:pt x="1993392" y="411480"/>
                </a:lnTo>
                <a:lnTo>
                  <a:pt x="0" y="411480"/>
                </a:lnTo>
                <a:lnTo>
                  <a:pt x="0" y="18288"/>
                </a:lnTo>
              </a:path>
            </a:pathLst>
          </a:custGeom>
          <a:noFill/>
          <a:ln w="19050">
            <a:solidFill>
              <a:srgbClr val="54585A"/>
            </a:solidFill>
            <a:prstDash val="dash"/>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3" name="TextBox 26">
            <a:extLst>
              <a:ext uri="{FF2B5EF4-FFF2-40B4-BE49-F238E27FC236}">
                <a16:creationId xmlns:a16="http://schemas.microsoft.com/office/drawing/2014/main" id="{E02222D9-614E-7010-FA03-0E5C6D61AD78}"/>
              </a:ext>
            </a:extLst>
          </p:cNvPr>
          <p:cNvSpPr txBox="1"/>
          <p:nvPr/>
        </p:nvSpPr>
        <p:spPr>
          <a:xfrm>
            <a:off x="4278963" y="5568696"/>
            <a:ext cx="3840480" cy="301752"/>
          </a:xfrm>
          <a:prstGeom prst="rect">
            <a:avLst/>
          </a:prstGeom>
          <a:noFill/>
        </p:spPr>
        <p:txBody>
          <a:bodyPr wrap="square" lIns="45720" r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600"/>
              </a:spcAft>
            </a:pPr>
            <a:r>
              <a:rPr sz="1200" b="0" i="1">
                <a:solidFill>
                  <a:srgbClr val="54585A"/>
                </a:solidFill>
                <a:latin typeface="Calibri"/>
              </a:rPr>
              <a:t>lemmas stuck → replan (keeps proved lemmas)</a:t>
            </a:r>
          </a:p>
        </p:txBody>
      </p:sp>
      <p:sp>
        <p:nvSpPr>
          <p:cNvPr id="84" name="Freeform 27">
            <a:extLst>
              <a:ext uri="{FF2B5EF4-FFF2-40B4-BE49-F238E27FC236}">
                <a16:creationId xmlns:a16="http://schemas.microsoft.com/office/drawing/2014/main" id="{5737E1C1-C20E-39C5-ED9E-D0B816147B0E}"/>
              </a:ext>
            </a:extLst>
          </p:cNvPr>
          <p:cNvSpPr/>
          <p:nvPr/>
        </p:nvSpPr>
        <p:spPr>
          <a:xfrm>
            <a:off x="4187523" y="5120640"/>
            <a:ext cx="5248656" cy="987552"/>
          </a:xfrm>
          <a:custGeom>
            <a:avLst/>
            <a:gdLst/>
            <a:ahLst/>
            <a:cxnLst/>
            <a:rect l="l" t="t" r="r" b="b"/>
            <a:pathLst>
              <a:path w="5248656" h="1051560">
                <a:moveTo>
                  <a:pt x="5248656" y="0"/>
                </a:moveTo>
                <a:lnTo>
                  <a:pt x="5248656" y="1051560"/>
                </a:lnTo>
                <a:lnTo>
                  <a:pt x="0" y="1051560"/>
                </a:lnTo>
                <a:lnTo>
                  <a:pt x="0" y="18288"/>
                </a:lnTo>
              </a:path>
            </a:pathLst>
          </a:custGeom>
          <a:noFill/>
          <a:ln w="19050">
            <a:solidFill>
              <a:srgbClr val="54585A"/>
            </a:solidFill>
            <a:prstDash val="dash"/>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5" name="TextBox 28">
            <a:extLst>
              <a:ext uri="{FF2B5EF4-FFF2-40B4-BE49-F238E27FC236}">
                <a16:creationId xmlns:a16="http://schemas.microsoft.com/office/drawing/2014/main" id="{49EE961F-ED90-0F12-278F-B958A799D2AC}"/>
              </a:ext>
            </a:extLst>
          </p:cNvPr>
          <p:cNvSpPr txBox="1"/>
          <p:nvPr/>
        </p:nvSpPr>
        <p:spPr>
          <a:xfrm>
            <a:off x="4278963" y="6144768"/>
            <a:ext cx="3840480" cy="301752"/>
          </a:xfrm>
          <a:prstGeom prst="rect">
            <a:avLst/>
          </a:prstGeom>
          <a:noFill/>
        </p:spPr>
        <p:txBody>
          <a:bodyPr wrap="square" lIns="45720" r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600"/>
              </a:spcAft>
            </a:pPr>
            <a:r>
              <a:rPr sz="1200" b="0" i="1">
                <a:solidFill>
                  <a:srgbClr val="54585A"/>
                </a:solidFill>
                <a:latin typeface="Calibri"/>
              </a:rPr>
              <a:t>review finds a problem → replan</a:t>
            </a:r>
          </a:p>
        </p:txBody>
      </p:sp>
    </p:spTree>
    <p:extLst>
      <p:ext uri="{BB962C8B-B14F-4D97-AF65-F5344CB8AC3E}">
        <p14:creationId xmlns:p14="http://schemas.microsoft.com/office/powerpoint/2010/main" val="31972731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DD8E2-403C-645E-0B53-471E69127CA7}"/>
            </a:ext>
          </a:extLst>
        </p:cNvPr>
        <p:cNvGrpSpPr/>
        <p:nvPr/>
      </p:nvGrpSpPr>
      <p:grpSpPr>
        <a:xfrm>
          <a:off x="0" y="0"/>
          <a:ext cx="0" cy="0"/>
          <a:chOff x="0" y="0"/>
          <a:chExt cx="0" cy="0"/>
        </a:xfrm>
      </p:grpSpPr>
      <p:sp>
        <p:nvSpPr>
          <p:cNvPr id="16" name="Title 2">
            <a:extLst>
              <a:ext uri="{FF2B5EF4-FFF2-40B4-BE49-F238E27FC236}">
                <a16:creationId xmlns:a16="http://schemas.microsoft.com/office/drawing/2014/main" id="{665A41AC-5DE3-BBCB-6184-05B5200750A2}"/>
              </a:ext>
            </a:extLst>
          </p:cNvPr>
          <p:cNvSpPr>
            <a:spLocks noGrp="1"/>
          </p:cNvSpPr>
          <p:nvPr/>
        </p:nvSpPr>
        <p:spPr>
          <a:xfrm>
            <a:off x="381000" y="200722"/>
            <a:ext cx="11430000" cy="10147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i="0" kern="1200" baseline="0">
                <a:solidFill>
                  <a:srgbClr val="003057"/>
                </a:solidFill>
                <a:latin typeface="Arial" panose="02000000000000000000" pitchFamily="2" charset="0"/>
                <a:ea typeface="Roboto" panose="02000000000000000000" pitchFamily="2" charset="0"/>
                <a:cs typeface="Arial" panose="02000000000000000000" pitchFamily="2" charset="0"/>
              </a:defRPr>
            </a:lvl1pPr>
          </a:lstStyle>
          <a:p>
            <a:r>
              <a:rPr lang="en-US" sz="3000">
                <a:latin typeface="Arial"/>
                <a:ea typeface="Roboto"/>
                <a:cs typeface="Arial"/>
              </a:rPr>
              <a:t>Results: OpenAI Problems Verified in Lean</a:t>
            </a:r>
          </a:p>
        </p:txBody>
      </p:sp>
      <p:sp>
        <p:nvSpPr>
          <p:cNvPr id="18" name="TextBox 3">
            <a:extLst>
              <a:ext uri="{FF2B5EF4-FFF2-40B4-BE49-F238E27FC236}">
                <a16:creationId xmlns:a16="http://schemas.microsoft.com/office/drawing/2014/main" id="{77312C05-DBDD-982D-E3A9-599BCD7100B3}"/>
              </a:ext>
            </a:extLst>
          </p:cNvPr>
          <p:cNvSpPr txBox="1"/>
          <p:nvPr/>
        </p:nvSpPr>
        <p:spPr>
          <a:xfrm>
            <a:off x="457200" y="1280160"/>
            <a:ext cx="5349240" cy="365760"/>
          </a:xfrm>
          <a:prstGeom prst="rect">
            <a:avLst/>
          </a:prstGeom>
          <a:noFill/>
        </p:spPr>
        <p:txBody>
          <a:bodyPr wrap="squar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pPr>
            <a:r>
              <a:rPr sz="2000" b="1" i="0">
                <a:solidFill>
                  <a:srgbClr val="003057"/>
                </a:solidFill>
                <a:latin typeface="Calibri"/>
              </a:rPr>
              <a:t>Problem 332: Metric Markov Cotype of ℓ₁</a:t>
            </a:r>
          </a:p>
        </p:txBody>
      </p:sp>
      <p:sp>
        <p:nvSpPr>
          <p:cNvPr id="20" name="TextBox 4">
            <a:extLst>
              <a:ext uri="{FF2B5EF4-FFF2-40B4-BE49-F238E27FC236}">
                <a16:creationId xmlns:a16="http://schemas.microsoft.com/office/drawing/2014/main" id="{3C6063AD-64FA-A087-9B96-1550F923C991}"/>
              </a:ext>
            </a:extLst>
          </p:cNvPr>
          <p:cNvSpPr txBox="1"/>
          <p:nvPr/>
        </p:nvSpPr>
        <p:spPr>
          <a:xfrm>
            <a:off x="457200" y="1691640"/>
            <a:ext cx="5349240" cy="274320"/>
          </a:xfrm>
          <a:prstGeom prst="rect">
            <a:avLst/>
          </a:prstGeom>
          <a:noFill/>
        </p:spPr>
        <p:txBody>
          <a:bodyPr wrap="squar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pPr>
            <a:r>
              <a:rPr sz="1400" b="0" i="1">
                <a:solidFill>
                  <a:srgbClr val="54585A"/>
                </a:solidFill>
                <a:latin typeface="Calibri"/>
              </a:rPr>
              <a:t>Functional analysis; OpenAI </a:t>
            </a:r>
            <a:r>
              <a:rPr sz="1400" b="0" i="1">
                <a:solidFill>
                  <a:srgbClr val="0F7E84"/>
                </a:solidFill>
                <a:latin typeface="Calibri"/>
                <a:hlinkClick r:id="rId4"/>
              </a:rPr>
              <a:t>preprint</a:t>
            </a:r>
            <a:r>
              <a:rPr sz="1400" b="0" i="1">
                <a:solidFill>
                  <a:srgbClr val="54585A"/>
                </a:solidFill>
                <a:latin typeface="Calibri"/>
              </a:rPr>
              <a:t>, October 5, 2026</a:t>
            </a:r>
          </a:p>
        </p:txBody>
      </p:sp>
      <p:sp>
        <p:nvSpPr>
          <p:cNvPr id="22" name="TextBox 5">
            <a:extLst>
              <a:ext uri="{FF2B5EF4-FFF2-40B4-BE49-F238E27FC236}">
                <a16:creationId xmlns:a16="http://schemas.microsoft.com/office/drawing/2014/main" id="{C38A407A-CD3A-E90B-4F59-EB231293EBA0}"/>
              </a:ext>
            </a:extLst>
          </p:cNvPr>
          <p:cNvSpPr txBox="1"/>
          <p:nvPr/>
        </p:nvSpPr>
        <p:spPr>
          <a:xfrm>
            <a:off x="457200" y="2103120"/>
            <a:ext cx="5349240" cy="548640"/>
          </a:xfrm>
          <a:prstGeom prst="rect">
            <a:avLst/>
          </a:prstGeom>
          <a:noFill/>
        </p:spPr>
        <p:txBody>
          <a:bodyPr wrap="squar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pPr>
            <a:r>
              <a:rPr sz="1500" b="0" i="0">
                <a:solidFill>
                  <a:srgbClr val="54585A"/>
                </a:solidFill>
                <a:latin typeface="Calibri"/>
              </a:rPr>
              <a:t>For every probability vector π, stochastic matrix A reversible with respect to π, t ≥ 1 and x₁, …, xₙ ∈ ℓ₁, there exist y₁, …, yₙ ∈ ℓ₁ with</a:t>
            </a:r>
          </a:p>
        </p:txBody>
      </p:sp>
      <p:pic>
        <p:nvPicPr>
          <p:cNvPr id="24" name="Picture 23">
            <a:extLst>
              <a:ext uri="{FF2B5EF4-FFF2-40B4-BE49-F238E27FC236}">
                <a16:creationId xmlns:a16="http://schemas.microsoft.com/office/drawing/2014/main" id="{0AF19FD4-E807-B770-90DF-46737E8224F2}"/>
              </a:ext>
            </a:extLst>
          </p:cNvPr>
          <p:cNvPicPr>
            <a:picLocks noChangeAspect="1"/>
          </p:cNvPicPr>
          <p:nvPr/>
        </p:nvPicPr>
        <p:blipFill>
          <a:blip r:embed="rId5"/>
          <a:stretch>
            <a:fillRect/>
          </a:stretch>
        </p:blipFill>
        <p:spPr>
          <a:xfrm>
            <a:off x="457200" y="2743200"/>
            <a:ext cx="5212080" cy="511659"/>
          </a:xfrm>
          <a:prstGeom prst="rect">
            <a:avLst/>
          </a:prstGeom>
        </p:spPr>
      </p:pic>
      <p:sp>
        <p:nvSpPr>
          <p:cNvPr id="26" name="TextBox 7">
            <a:extLst>
              <a:ext uri="{FF2B5EF4-FFF2-40B4-BE49-F238E27FC236}">
                <a16:creationId xmlns:a16="http://schemas.microsoft.com/office/drawing/2014/main" id="{A4C508DC-166A-669E-D083-ED5BAC2F206D}"/>
              </a:ext>
            </a:extLst>
          </p:cNvPr>
          <p:cNvSpPr txBox="1"/>
          <p:nvPr/>
        </p:nvSpPr>
        <p:spPr>
          <a:xfrm>
            <a:off x="457200" y="3429000"/>
            <a:ext cx="5349240" cy="548640"/>
          </a:xfrm>
          <a:prstGeom prst="rect">
            <a:avLst/>
          </a:prstGeom>
          <a:noFill/>
        </p:spPr>
        <p:txBody>
          <a:bodyPr wrap="squar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pPr>
            <a:r>
              <a:rPr sz="1500" b="0" i="0">
                <a:solidFill>
                  <a:srgbClr val="54585A"/>
                </a:solidFill>
                <a:latin typeface="Calibri"/>
              </a:rPr>
              <a:t>where C = 3024: ℓ₁ has metric Markov cotype two, answering Mendel and Naor (Ball's extension problem for ℓ₁).</a:t>
            </a:r>
          </a:p>
        </p:txBody>
      </p:sp>
      <p:sp>
        <p:nvSpPr>
          <p:cNvPr id="28" name="TextBox 8">
            <a:extLst>
              <a:ext uri="{FF2B5EF4-FFF2-40B4-BE49-F238E27FC236}">
                <a16:creationId xmlns:a16="http://schemas.microsoft.com/office/drawing/2014/main" id="{E39F690B-C054-CD3E-EF38-5D5D8A2711B1}"/>
              </a:ext>
            </a:extLst>
          </p:cNvPr>
          <p:cNvSpPr txBox="1"/>
          <p:nvPr/>
        </p:nvSpPr>
        <p:spPr>
          <a:xfrm>
            <a:off x="6355080" y="1280160"/>
            <a:ext cx="5349240" cy="365760"/>
          </a:xfrm>
          <a:prstGeom prst="rect">
            <a:avLst/>
          </a:prstGeom>
          <a:noFill/>
        </p:spPr>
        <p:txBody>
          <a:bodyPr wrap="squar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pPr>
            <a:r>
              <a:rPr sz="2000" b="1" i="0">
                <a:solidFill>
                  <a:srgbClr val="003057"/>
                </a:solidFill>
                <a:latin typeface="Calibri"/>
              </a:rPr>
              <a:t>Problem 011: Erdős's Conjecture on Totient Fibers</a:t>
            </a:r>
          </a:p>
        </p:txBody>
      </p:sp>
      <p:sp>
        <p:nvSpPr>
          <p:cNvPr id="43" name="TextBox 8">
            <a:extLst>
              <a:ext uri="{FF2B5EF4-FFF2-40B4-BE49-F238E27FC236}">
                <a16:creationId xmlns:a16="http://schemas.microsoft.com/office/drawing/2014/main" id="{E39F690B-C054-CD3E-EF38-5D5D8A2711B1}"/>
              </a:ext>
            </a:extLst>
          </p:cNvPr>
          <p:cNvSpPr txBox="1"/>
          <p:nvPr/>
        </p:nvSpPr>
        <p:spPr>
          <a:xfrm>
            <a:off x="6355080" y="2633472"/>
            <a:ext cx="5349240" cy="365760"/>
          </a:xfrm>
          <a:prstGeom prst="rect">
            <a:avLst/>
          </a:prstGeom>
          <a:noFill/>
        </p:spPr>
        <p:txBody>
          <a:bodyPr wrap="squar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pPr>
            <a:r>
              <a:rPr sz="2000" b="1" i="0">
                <a:solidFill>
                  <a:srgbClr val="003057"/>
                </a:solidFill>
                <a:latin typeface="Calibri"/>
              </a:rPr>
              <a:t>Problem 164: Hindman's Finite Sums and Products</a:t>
            </a:r>
          </a:p>
        </p:txBody>
      </p:sp>
      <p:sp>
        <p:nvSpPr>
          <p:cNvPr id="30" name="TextBox 9">
            <a:extLst>
              <a:ext uri="{FF2B5EF4-FFF2-40B4-BE49-F238E27FC236}">
                <a16:creationId xmlns:a16="http://schemas.microsoft.com/office/drawing/2014/main" id="{D086B593-D132-3594-8F8C-0920199BCEB3}"/>
              </a:ext>
            </a:extLst>
          </p:cNvPr>
          <p:cNvSpPr txBox="1"/>
          <p:nvPr/>
        </p:nvSpPr>
        <p:spPr>
          <a:xfrm>
            <a:off x="6355080" y="1627632"/>
            <a:ext cx="5349240" cy="274320"/>
          </a:xfrm>
          <a:prstGeom prst="rect">
            <a:avLst/>
          </a:prstGeom>
          <a:noFill/>
        </p:spPr>
        <p:txBody>
          <a:bodyPr wrap="squar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pPr>
            <a:r>
              <a:rPr sz="1400" b="0" i="1">
                <a:solidFill>
                  <a:srgbClr val="54585A"/>
                </a:solidFill>
                <a:latin typeface="Calibri"/>
              </a:rPr>
              <a:t>Number theory; OpenAI </a:t>
            </a:r>
            <a:r>
              <a:rPr sz="1400" b="0" i="1">
                <a:solidFill>
                  <a:srgbClr val="0F7E84"/>
                </a:solidFill>
                <a:latin typeface="Calibri"/>
                <a:hlinkClick r:id="rId6"/>
              </a:rPr>
              <a:t>preprint</a:t>
            </a:r>
            <a:r>
              <a:rPr sz="1400" b="0" i="1">
                <a:solidFill>
                  <a:srgbClr val="54585A"/>
                </a:solidFill>
                <a:latin typeface="Calibri"/>
              </a:rPr>
              <a:t>, September 24, 2026</a:t>
            </a:r>
          </a:p>
        </p:txBody>
      </p:sp>
      <p:sp>
        <p:nvSpPr>
          <p:cNvPr id="44" name="TextBox 9">
            <a:extLst>
              <a:ext uri="{FF2B5EF4-FFF2-40B4-BE49-F238E27FC236}">
                <a16:creationId xmlns:a16="http://schemas.microsoft.com/office/drawing/2014/main" id="{D086B593-D132-3594-8F8C-0920199BCEB3}"/>
              </a:ext>
            </a:extLst>
          </p:cNvPr>
          <p:cNvSpPr txBox="1"/>
          <p:nvPr/>
        </p:nvSpPr>
        <p:spPr>
          <a:xfrm>
            <a:off x="6355080" y="2980944"/>
            <a:ext cx="5349240" cy="274320"/>
          </a:xfrm>
          <a:prstGeom prst="rect">
            <a:avLst/>
          </a:prstGeom>
          <a:noFill/>
        </p:spPr>
        <p:txBody>
          <a:bodyPr wrap="squar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pPr>
            <a:r>
              <a:rPr sz="1400" b="0" i="1">
                <a:solidFill>
                  <a:srgbClr val="54585A"/>
                </a:solidFill>
                <a:latin typeface="Calibri"/>
              </a:rPr>
              <a:t>Combinatorics; OpenAI </a:t>
            </a:r>
            <a:r>
              <a:rPr sz="1400" b="0" i="1">
                <a:solidFill>
                  <a:srgbClr val="0F7E84"/>
                </a:solidFill>
                <a:latin typeface="Calibri"/>
                <a:hlinkClick r:id="rId8"/>
              </a:rPr>
              <a:t>preprint</a:t>
            </a:r>
            <a:r>
              <a:rPr sz="1400" b="0" i="1">
                <a:solidFill>
                  <a:srgbClr val="54585A"/>
                </a:solidFill>
                <a:latin typeface="Calibri"/>
              </a:rPr>
              <a:t>, September 23, 2026</a:t>
            </a:r>
          </a:p>
        </p:txBody>
      </p:sp>
      <p:sp>
        <p:nvSpPr>
          <p:cNvPr id="32" name="TextBox 10">
            <a:extLst>
              <a:ext uri="{FF2B5EF4-FFF2-40B4-BE49-F238E27FC236}">
                <a16:creationId xmlns:a16="http://schemas.microsoft.com/office/drawing/2014/main" id="{51B2205A-50D9-F28F-2369-6CFFCE20B434}"/>
              </a:ext>
            </a:extLst>
          </p:cNvPr>
          <p:cNvSpPr txBox="1"/>
          <p:nvPr/>
        </p:nvSpPr>
        <p:spPr>
          <a:xfrm>
            <a:off x="6355080" y="1874519"/>
            <a:ext cx="5349240" cy="548640"/>
          </a:xfrm>
          <a:prstGeom prst="rect">
            <a:avLst/>
          </a:prstGeom>
          <a:noFill/>
        </p:spPr>
        <p:txBody>
          <a:bodyPr wrap="squar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pPr>
            <a:r>
              <a:rPr sz="1500" b="0" i="0">
                <a:solidFill>
                  <a:srgbClr val="54585A"/>
                </a:solidFill>
                <a:latin typeface="Calibri"/>
              </a:rPr>
              <a:t>For every ε &gt; 0, Euler's totient function φ satisfies</a:t>
            </a:r>
          </a:p>
        </p:txBody>
      </p:sp>
      <p:sp>
        <p:nvSpPr>
          <p:cNvPr id="45" name="TextBox 10">
            <a:extLst>
              <a:ext uri="{FF2B5EF4-FFF2-40B4-BE49-F238E27FC236}">
                <a16:creationId xmlns:a16="http://schemas.microsoft.com/office/drawing/2014/main" id="{51B2205A-50D9-F28F-2369-6CFFCE20B434}"/>
              </a:ext>
            </a:extLst>
          </p:cNvPr>
          <p:cNvSpPr txBox="1"/>
          <p:nvPr/>
        </p:nvSpPr>
        <p:spPr>
          <a:xfrm>
            <a:off x="6355080" y="3227832"/>
            <a:ext cx="5349240" cy="548640"/>
          </a:xfrm>
          <a:prstGeom prst="rect">
            <a:avLst/>
          </a:prstGeom>
          <a:noFill/>
        </p:spPr>
        <p:txBody>
          <a:bodyPr wrap="squar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pPr>
            <a:r>
              <a:rPr sz="1400" b="0" i="0">
                <a:solidFill>
                  <a:srgbClr val="54585A"/>
                </a:solidFill>
                <a:latin typeface="Calibri"/>
              </a:rPr>
              <a:t>Corollary 1.2, from Theorem 1.1: for every finite coloring and m ≥ 1, some m-set A has monochromatic subset sums and products, with</a:t>
            </a:r>
          </a:p>
        </p:txBody>
      </p:sp>
      <p:pic>
        <p:nvPicPr>
          <p:cNvPr id="34" name="Picture 33">
            <a:extLst>
              <a:ext uri="{FF2B5EF4-FFF2-40B4-BE49-F238E27FC236}">
                <a16:creationId xmlns:a16="http://schemas.microsoft.com/office/drawing/2014/main" id="{2F5DE800-2676-A73A-7FC5-EF35E10527DD}"/>
              </a:ext>
            </a:extLst>
          </p:cNvPr>
          <p:cNvPicPr>
            <a:picLocks noChangeAspect="1"/>
          </p:cNvPicPr>
          <p:nvPr/>
        </p:nvPicPr>
        <p:blipFill>
          <a:blip r:embed="rId7"/>
          <a:stretch>
            <a:fillRect/>
          </a:stretch>
        </p:blipFill>
        <p:spPr>
          <a:xfrm>
            <a:off x="6355080" y="2194560"/>
            <a:ext cx="4039226" cy="246822"/>
          </a:xfrm>
          <a:prstGeom prst="rect">
            <a:avLst/>
          </a:prstGeom>
        </p:spPr>
      </p:pic>
      <p:cxnSp>
        <p:nvCxnSpPr>
          <p:cNvPr id="36" name="Connector 12">
            <a:extLst>
              <a:ext uri="{FF2B5EF4-FFF2-40B4-BE49-F238E27FC236}">
                <a16:creationId xmlns:a16="http://schemas.microsoft.com/office/drawing/2014/main" id="{279ADD2B-0210-4B71-3D44-D8F53BE2CFEF}"/>
              </a:ext>
            </a:extLst>
          </p:cNvPr>
          <p:cNvCxnSpPr/>
          <p:nvPr/>
        </p:nvCxnSpPr>
        <p:spPr>
          <a:xfrm>
            <a:off x="6053328" y="1325880"/>
            <a:ext cx="0" cy="2697480"/>
          </a:xfrm>
          <a:prstGeom prst="line">
            <a:avLst/>
          </a:prstGeom>
          <a:ln w="9525">
            <a:solidFill>
              <a:srgbClr val="C9CED3"/>
            </a:solidFill>
          </a:ln>
        </p:spPr>
        <p:style>
          <a:lnRef idx="2">
            <a:schemeClr val="accent1"/>
          </a:lnRef>
          <a:fillRef idx="0">
            <a:schemeClr val="accent1"/>
          </a:fillRef>
          <a:effectRef idx="1">
            <a:schemeClr val="accent1"/>
          </a:effectRef>
          <a:fontRef idx="minor">
            <a:schemeClr val="tx1"/>
          </a:fontRef>
        </p:style>
      </p:cxnSp>
      <p:sp>
        <p:nvSpPr>
          <p:cNvPr id="38" name="TextBox 13">
            <a:extLst>
              <a:ext uri="{FF2B5EF4-FFF2-40B4-BE49-F238E27FC236}">
                <a16:creationId xmlns:a16="http://schemas.microsoft.com/office/drawing/2014/main" id="{351A9801-928D-B222-B44B-6F6F2AE89CFB}"/>
              </a:ext>
            </a:extLst>
          </p:cNvPr>
          <p:cNvSpPr txBox="1"/>
          <p:nvPr/>
        </p:nvSpPr>
        <p:spPr>
          <a:xfrm>
            <a:off x="457200" y="4114800"/>
            <a:ext cx="1129284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sz="1300" b="1" i="0">
                <a:solidFill>
                  <a:srgbClr val="003057"/>
                </a:solidFill>
                <a:latin typeface="Calibri"/>
              </a:rPr>
              <a:t>Table: </a:t>
            </a:r>
            <a:r>
              <a:rPr sz="1300" b="0" i="0">
                <a:solidFill>
                  <a:srgbClr val="54585A"/>
                </a:solidFill>
                <a:latin typeface="Calibri"/>
              </a:rPr>
              <a:t>all three proofs compile in Lean 4 with Mathlib, without sorry and with the standard axioms only, and were judged faithful by an independent reviewer; 164 proves Corollary 1.2 with the paper's Theorem 1.1 as a hypothesis. Claude usage at API list prices.</a:t>
            </a:r>
          </a:p>
        </p:txBody>
      </p:sp>
      <p:sp>
        <p:nvSpPr>
          <p:cNvPr id="41" name="FooterPageNum">
            <a:extLst>
              <a:ext uri="{FF2B5EF4-FFF2-40B4-BE49-F238E27FC236}">
                <a16:creationId xmlns:a16="http://schemas.microsoft.com/office/drawing/2014/main" id="{36E0D3EB-3955-A684-6E2E-0850DAF57D0B}"/>
              </a:ext>
            </a:extLst>
          </p:cNvPr>
          <p:cNvSpPr txBox="1"/>
          <p:nvPr/>
        </p:nvSpPr>
        <p:spPr>
          <a:xfrm>
            <a:off x="11350000" y="6560000"/>
            <a:ext cx="600000" cy="250000"/>
          </a:xfrm>
          <a:prstGeom prst="rect">
            <a:avLst/>
          </a:prstGeom>
          <a:noFill/>
        </p:spPr>
        <p:txBody>
          <a:bodyPr lIns="0" tIns="0" rIns="0" bIns="0"/>
          <a:lstStyle/>
          <a:p>
            <a:pPr algn="r"/>
            <a:fld id="{B1E4F0D2-3C5A-4E6B-8F7C-9D0A1B2C3D4E}" type="slidenum">
              <a:rPr lang="en-US" sz="1200">
                <a:solidFill>
                  <a:srgbClr val="54585A"/>
                </a:solidFill>
                <a:latin typeface="Arial" panose="020B0604020202020204" pitchFamily="34" charset="0"/>
              </a:rPr>
              <a:t>64</a:t>
            </a:fld>
            <a:endParaRPr lang="en-US"/>
          </a:p>
        </p:txBody>
      </p:sp>
      <p:graphicFrame>
        <p:nvGraphicFramePr>
          <p:cNvPr id="3" name="Table 2">
            <a:extLst>
              <a:ext uri="{FF2B5EF4-FFF2-40B4-BE49-F238E27FC236}">
                <a16:creationId xmlns:a16="http://schemas.microsoft.com/office/drawing/2014/main" id="{F1367A41-ED9E-383F-A6E3-4A428CA3D85F}"/>
              </a:ext>
            </a:extLst>
          </p:cNvPr>
          <p:cNvGraphicFramePr>
            <a:graphicFrameLocks noGrp="1"/>
          </p:cNvGraphicFramePr>
          <p:nvPr>
            <p:extLst>
              <p:ext uri="{D42A27DB-BD31-4B8C-83A1-F6EECF244321}">
                <p14:modId xmlns:p14="http://schemas.microsoft.com/office/powerpoint/2010/main" val="2249888341"/>
              </p:ext>
            </p:extLst>
          </p:nvPr>
        </p:nvGraphicFramePr>
        <p:xfrm>
          <a:off x="477520" y="4617720"/>
          <a:ext cx="11277600" cy="1243584"/>
        </p:xfrm>
        <a:graphic>
          <a:graphicData uri="http://schemas.openxmlformats.org/drawingml/2006/table">
            <a:tbl>
              <a:tblPr bandRow="1">
                <a:tableStyleId>{5C22544A-7EE6-4342-B048-85BDC9FD1C3A}</a:tableStyleId>
              </a:tblPr>
              <a:tblGrid>
                <a:gridCol w="4200525">
                  <a:extLst>
                    <a:ext uri="{9D8B030D-6E8A-4147-A177-3AD203B41FA5}">
                      <a16:colId xmlns:a16="http://schemas.microsoft.com/office/drawing/2014/main" val="82542577"/>
                    </a:ext>
                  </a:extLst>
                </a:gridCol>
                <a:gridCol w="2371725">
                  <a:extLst>
                    <a:ext uri="{9D8B030D-6E8A-4147-A177-3AD203B41FA5}">
                      <a16:colId xmlns:a16="http://schemas.microsoft.com/office/drawing/2014/main" val="3883551942"/>
                    </a:ext>
                  </a:extLst>
                </a:gridCol>
                <a:gridCol w="1371600">
                  <a:extLst>
                    <a:ext uri="{9D8B030D-6E8A-4147-A177-3AD203B41FA5}">
                      <a16:colId xmlns:a16="http://schemas.microsoft.com/office/drawing/2014/main" val="1250358846"/>
                    </a:ext>
                  </a:extLst>
                </a:gridCol>
                <a:gridCol w="1733550">
                  <a:extLst>
                    <a:ext uri="{9D8B030D-6E8A-4147-A177-3AD203B41FA5}">
                      <a16:colId xmlns:a16="http://schemas.microsoft.com/office/drawing/2014/main" val="2489759102"/>
                    </a:ext>
                  </a:extLst>
                </a:gridCol>
                <a:gridCol w="1600200">
                  <a:extLst>
                    <a:ext uri="{9D8B030D-6E8A-4147-A177-3AD203B41FA5}">
                      <a16:colId xmlns:a16="http://schemas.microsoft.com/office/drawing/2014/main" val="2138737132"/>
                    </a:ext>
                  </a:extLst>
                </a:gridCol>
              </a:tblGrid>
              <a:tr h="310896">
                <a:tc>
                  <a:txBody>
                    <a:bodyPr/>
                    <a:lstStyle/>
                    <a:p>
                      <a:pPr marL="0" indent="0" algn="l" fontAlgn="base">
                        <a:buNone/>
                      </a:pPr>
                      <a:r>
                        <a:rPr lang="en-US" sz="1500" b="1" i="0">
                          <a:solidFill>
                            <a:srgbClr val="003057"/>
                          </a:solidFill>
                          <a:effectLst/>
                          <a:latin typeface="Calibri" panose="020F0502020204030204" pitchFamily="34" charset="0"/>
                        </a:rPr>
                        <a:t>Problem</a:t>
                      </a:r>
                      <a:endParaRPr lang="en-US" b="0" i="0">
                        <a:solidFill>
                          <a:srgbClr val="000000"/>
                        </a:solidFill>
                        <a:effectLst/>
                      </a:endParaRPr>
                    </a:p>
                  </a:txBody>
                  <a:tcPr marL="73152" marR="731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7623" cap="flat" cmpd="sng" algn="ctr">
                      <a:solidFill>
                        <a:srgbClr val="003057"/>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r" fontAlgn="base">
                        <a:buNone/>
                      </a:pPr>
                      <a:r>
                        <a:rPr lang="en-US" sz="1500" b="1" i="0">
                          <a:solidFill>
                            <a:srgbClr val="003057"/>
                          </a:solidFill>
                          <a:effectLst/>
                          <a:latin typeface="Calibri" panose="020F0502020204030204" pitchFamily="34" charset="0"/>
                        </a:rPr>
                        <a:t>Area</a:t>
                      </a:r>
                      <a:endParaRPr lang="en-US" b="0" i="0">
                        <a:solidFill>
                          <a:srgbClr val="000000"/>
                        </a:solidFill>
                        <a:effectLst/>
                      </a:endParaRPr>
                    </a:p>
                  </a:txBody>
                  <a:tcPr marL="73152" marR="731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7623" cap="flat" cmpd="sng" algn="ctr">
                      <a:solidFill>
                        <a:srgbClr val="003057"/>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r" fontAlgn="base">
                        <a:buNone/>
                      </a:pPr>
                      <a:r>
                        <a:rPr lang="en-US" sz="1500" b="1" i="0">
                          <a:solidFill>
                            <a:srgbClr val="003057"/>
                          </a:solidFill>
                          <a:effectLst/>
                          <a:latin typeface="Calibri" panose="020F0502020204030204" pitchFamily="34" charset="0"/>
                        </a:rPr>
                        <a:t>Lemmas</a:t>
                      </a:r>
                      <a:endParaRPr lang="en-US" b="0" i="0">
                        <a:solidFill>
                          <a:srgbClr val="000000"/>
                        </a:solidFill>
                        <a:effectLst/>
                      </a:endParaRPr>
                    </a:p>
                  </a:txBody>
                  <a:tcPr marL="73152" marR="731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7623" cap="flat" cmpd="sng" algn="ctr">
                      <a:solidFill>
                        <a:srgbClr val="003057"/>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r" fontAlgn="base">
                        <a:buNone/>
                      </a:pPr>
                      <a:r>
                        <a:rPr lang="en-US" sz="1500" b="1" i="0">
                          <a:solidFill>
                            <a:srgbClr val="003057"/>
                          </a:solidFill>
                          <a:effectLst/>
                          <a:latin typeface="Calibri" panose="020F0502020204030204" pitchFamily="34" charset="0"/>
                        </a:rPr>
                        <a:t>Lines of Lean</a:t>
                      </a:r>
                      <a:endParaRPr lang="en-US" b="0" i="0">
                        <a:solidFill>
                          <a:srgbClr val="000000"/>
                        </a:solidFill>
                        <a:effectLst/>
                      </a:endParaRPr>
                    </a:p>
                  </a:txBody>
                  <a:tcPr marL="73152" marR="731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7623" cap="flat" cmpd="sng" algn="ctr">
                      <a:solidFill>
                        <a:srgbClr val="003057"/>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r" fontAlgn="base">
                        <a:buNone/>
                      </a:pPr>
                      <a:r>
                        <a:rPr lang="en-US" sz="1500" b="1" i="0">
                          <a:solidFill>
                            <a:srgbClr val="003057"/>
                          </a:solidFill>
                          <a:effectLst/>
                          <a:latin typeface="Calibri" panose="020F0502020204030204" pitchFamily="34" charset="0"/>
                        </a:rPr>
                        <a:t>Claude usage</a:t>
                      </a:r>
                      <a:endParaRPr lang="en-US" b="0" i="0">
                        <a:solidFill>
                          <a:srgbClr val="000000"/>
                        </a:solidFill>
                        <a:effectLst/>
                      </a:endParaRPr>
                    </a:p>
                  </a:txBody>
                  <a:tcPr marL="73152" marR="731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7623" cap="flat" cmpd="sng" algn="ctr">
                      <a:solidFill>
                        <a:srgbClr val="003057"/>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08817306"/>
                  </a:ext>
                </a:extLst>
              </a:tr>
              <a:tr h="310896">
                <a:tc>
                  <a:txBody>
                    <a:bodyPr/>
                    <a:lstStyle/>
                    <a:p>
                      <a:pPr marL="0" indent="0" algn="l" fontAlgn="base">
                        <a:buNone/>
                      </a:pPr>
                      <a:r>
                        <a:rPr lang="en-US" sz="1500" b="0" i="0">
                          <a:solidFill>
                            <a:srgbClr val="54585A"/>
                          </a:solidFill>
                          <a:effectLst/>
                          <a:latin typeface="Calibri" panose="020F0502020204030204" pitchFamily="34" charset="0"/>
                        </a:rPr>
                        <a:t>332 Metric Markov cotype of ℓ₁</a:t>
                      </a:r>
                      <a:endParaRPr lang="en-US" b="0" i="0">
                        <a:solidFill>
                          <a:srgbClr val="000000"/>
                        </a:solidFill>
                        <a:effectLst/>
                      </a:endParaRPr>
                    </a:p>
                  </a:txBody>
                  <a:tcPr marL="73152" marR="731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r" fontAlgn="base">
                        <a:buNone/>
                      </a:pPr>
                      <a:r>
                        <a:rPr lang="en-US" sz="1500" b="0" i="0">
                          <a:solidFill>
                            <a:srgbClr val="54585A"/>
                          </a:solidFill>
                          <a:effectLst/>
                          <a:latin typeface="Calibri" panose="020F0502020204030204" pitchFamily="34" charset="0"/>
                        </a:rPr>
                        <a:t>Functional analysis</a:t>
                      </a:r>
                      <a:endParaRPr lang="en-US" b="0" i="0">
                        <a:solidFill>
                          <a:srgbClr val="000000"/>
                        </a:solidFill>
                        <a:effectLst/>
                      </a:endParaRPr>
                    </a:p>
                  </a:txBody>
                  <a:tcPr marL="73152" marR="731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r" fontAlgn="base">
                        <a:buNone/>
                      </a:pPr>
                      <a:r>
                        <a:rPr lang="en-US" sz="1500" b="0" i="0">
                          <a:solidFill>
                            <a:srgbClr val="54585A"/>
                          </a:solidFill>
                          <a:effectLst/>
                          <a:latin typeface="Calibri" panose="020F0502020204030204" pitchFamily="34" charset="0"/>
                        </a:rPr>
                        <a:t>39</a:t>
                      </a:r>
                      <a:endParaRPr lang="en-US" b="0" i="0">
                        <a:solidFill>
                          <a:srgbClr val="000000"/>
                        </a:solidFill>
                        <a:effectLst/>
                      </a:endParaRPr>
                    </a:p>
                  </a:txBody>
                  <a:tcPr marL="73152" marR="731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r" fontAlgn="base">
                        <a:buNone/>
                      </a:pPr>
                      <a:r>
                        <a:rPr lang="en-US" sz="1500" b="0" i="0">
                          <a:solidFill>
                            <a:srgbClr val="54585A"/>
                          </a:solidFill>
                          <a:effectLst/>
                          <a:latin typeface="Calibri" panose="020F0502020204030204" pitchFamily="34" charset="0"/>
                        </a:rPr>
                        <a:t>1,888</a:t>
                      </a:r>
                      <a:endParaRPr lang="en-US" b="0" i="0">
                        <a:solidFill>
                          <a:srgbClr val="000000"/>
                        </a:solidFill>
                        <a:effectLst/>
                      </a:endParaRPr>
                    </a:p>
                  </a:txBody>
                  <a:tcPr marL="73152" marR="731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r" fontAlgn="base">
                        <a:buNone/>
                      </a:pPr>
                      <a:r>
                        <a:rPr lang="en-US" sz="1500" b="0" i="0">
                          <a:solidFill>
                            <a:srgbClr val="54585A"/>
                          </a:solidFill>
                          <a:effectLst/>
                          <a:latin typeface="Calibri" panose="020F0502020204030204" pitchFamily="34" charset="0"/>
                        </a:rPr>
                        <a:t>≈ $12</a:t>
                      </a:r>
                      <a:endParaRPr lang="en-US" b="0" i="0">
                        <a:solidFill>
                          <a:srgbClr val="000000"/>
                        </a:solidFill>
                        <a:effectLst/>
                      </a:endParaRPr>
                    </a:p>
                  </a:txBody>
                  <a:tcPr marL="73152" marR="731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9693197"/>
                  </a:ext>
                </a:extLst>
              </a:tr>
              <a:tr h="310896">
                <a:tc>
                  <a:txBody>
                    <a:bodyPr/>
                    <a:lstStyle/>
                    <a:p>
                      <a:pPr marL="0" indent="0" algn="l" fontAlgn="base">
                        <a:buNone/>
                      </a:pPr>
                      <a:r>
                        <a:rPr lang="en-US" sz="1500" b="0" i="0">
                          <a:solidFill>
                            <a:srgbClr val="54585A"/>
                          </a:solidFill>
                          <a:effectLst/>
                          <a:latin typeface="Calibri" panose="020F0502020204030204" pitchFamily="34" charset="0"/>
                        </a:rPr>
                        <a:t>011 Erdős's totient-fiber conjecture</a:t>
                      </a:r>
                      <a:endParaRPr lang="en-US" b="0" i="0">
                        <a:solidFill>
                          <a:srgbClr val="000000"/>
                        </a:solidFill>
                        <a:effectLst/>
                      </a:endParaRPr>
                    </a:p>
                  </a:txBody>
                  <a:tcPr marL="73152" marR="731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r" fontAlgn="base">
                        <a:buNone/>
                      </a:pPr>
                      <a:r>
                        <a:rPr lang="en-US" sz="1500" b="0" i="0">
                          <a:solidFill>
                            <a:srgbClr val="54585A"/>
                          </a:solidFill>
                          <a:effectLst/>
                          <a:latin typeface="Calibri" panose="020F0502020204030204" pitchFamily="34" charset="0"/>
                        </a:rPr>
                        <a:t>Number theory</a:t>
                      </a:r>
                      <a:endParaRPr lang="en-US" b="0" i="0">
                        <a:solidFill>
                          <a:srgbClr val="000000"/>
                        </a:solidFill>
                        <a:effectLst/>
                      </a:endParaRPr>
                    </a:p>
                  </a:txBody>
                  <a:tcPr marL="73152" marR="731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r" fontAlgn="base">
                        <a:buNone/>
                      </a:pPr>
                      <a:r>
                        <a:rPr lang="en-US" sz="1500" b="0" i="0">
                          <a:solidFill>
                            <a:srgbClr val="54585A"/>
                          </a:solidFill>
                          <a:effectLst/>
                          <a:latin typeface="Calibri" panose="020F0502020204030204" pitchFamily="34" charset="0"/>
                        </a:rPr>
                        <a:t>20</a:t>
                      </a:r>
                      <a:endParaRPr lang="en-US" b="0" i="0">
                        <a:solidFill>
                          <a:srgbClr val="000000"/>
                        </a:solidFill>
                        <a:effectLst/>
                      </a:endParaRPr>
                    </a:p>
                  </a:txBody>
                  <a:tcPr marL="73152" marR="731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r" fontAlgn="base">
                        <a:buNone/>
                      </a:pPr>
                      <a:r>
                        <a:rPr lang="en-US" sz="1500" b="0" i="0">
                          <a:solidFill>
                            <a:srgbClr val="54585A"/>
                          </a:solidFill>
                          <a:effectLst/>
                          <a:latin typeface="Calibri" panose="020F0502020204030204" pitchFamily="34" charset="0"/>
                        </a:rPr>
                        <a:t>1,135</a:t>
                      </a:r>
                      <a:endParaRPr lang="en-US" b="0" i="0">
                        <a:solidFill>
                          <a:srgbClr val="000000"/>
                        </a:solidFill>
                        <a:effectLst/>
                      </a:endParaRPr>
                    </a:p>
                  </a:txBody>
                  <a:tcPr marL="73152" marR="731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r" fontAlgn="base">
                        <a:buNone/>
                      </a:pPr>
                      <a:r>
                        <a:rPr lang="en-US" sz="1500" b="0" i="0">
                          <a:solidFill>
                            <a:srgbClr val="54585A"/>
                          </a:solidFill>
                          <a:effectLst/>
                          <a:latin typeface="Calibri" panose="020F0502020204030204" pitchFamily="34" charset="0"/>
                        </a:rPr>
                        <a:t>≈ $3</a:t>
                      </a:r>
                      <a:endParaRPr lang="en-US" b="0" i="0">
                        <a:solidFill>
                          <a:srgbClr val="000000"/>
                        </a:solidFill>
                        <a:effectLst/>
                      </a:endParaRPr>
                    </a:p>
                  </a:txBody>
                  <a:tcPr marL="73152" marR="731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0489631"/>
                  </a:ext>
                </a:extLst>
              </a:tr>
              <a:tr h="310896">
                <a:tc>
                  <a:txBody>
                    <a:bodyPr/>
                    <a:lstStyle/>
                    <a:p>
                      <a:pPr marL="0" indent="0" algn="l" fontAlgn="base">
                        <a:buNone/>
                      </a:pPr>
                      <a:r>
                        <a:rPr lang="en-US" sz="1500" b="0" i="0">
                          <a:solidFill>
                            <a:srgbClr val="54585A"/>
                          </a:solidFill>
                          <a:effectLst/>
                          <a:latin typeface="Calibri" panose="020F0502020204030204" pitchFamily="34" charset="0"/>
                        </a:rPr>
                        <a:t>164 Hindman's sums and products (Cor. 1.2)</a:t>
                      </a:r>
                      <a:endParaRPr lang="en-US" b="0" i="0">
                        <a:solidFill>
                          <a:srgbClr val="000000"/>
                        </a:solidFill>
                        <a:effectLst/>
                      </a:endParaRPr>
                    </a:p>
                  </a:txBody>
                  <a:tcPr marL="73152" marR="731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7623" cap="flat" cmpd="sng" algn="ctr">
                      <a:solidFill>
                        <a:srgbClr val="003057"/>
                      </a:solidFill>
                      <a:prstDash val="solid"/>
                      <a:round/>
                      <a:headEnd type="none" w="med" len="med"/>
                      <a:tailEnd type="none" w="med" len="med"/>
                    </a:lnB>
                    <a:noFill/>
                  </a:tcPr>
                </a:tc>
                <a:tc>
                  <a:txBody>
                    <a:bodyPr/>
                    <a:lstStyle/>
                    <a:p>
                      <a:pPr marL="0" indent="0" algn="r" fontAlgn="base">
                        <a:buNone/>
                      </a:pPr>
                      <a:r>
                        <a:rPr lang="en-US" sz="1500" b="0" i="0">
                          <a:solidFill>
                            <a:srgbClr val="54585A"/>
                          </a:solidFill>
                          <a:effectLst/>
                          <a:latin typeface="Calibri" panose="020F0502020204030204" pitchFamily="34" charset="0"/>
                        </a:rPr>
                        <a:t>Combinatorics</a:t>
                      </a:r>
                      <a:endParaRPr lang="en-US" b="0" i="0">
                        <a:solidFill>
                          <a:srgbClr val="000000"/>
                        </a:solidFill>
                        <a:effectLst/>
                      </a:endParaRPr>
                    </a:p>
                  </a:txBody>
                  <a:tcPr marL="73152" marR="731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7623" cap="flat" cmpd="sng" algn="ctr">
                      <a:solidFill>
                        <a:srgbClr val="003057"/>
                      </a:solidFill>
                      <a:prstDash val="solid"/>
                      <a:round/>
                      <a:headEnd type="none" w="med" len="med"/>
                      <a:tailEnd type="none" w="med" len="med"/>
                    </a:lnB>
                    <a:noFill/>
                  </a:tcPr>
                </a:tc>
                <a:tc>
                  <a:txBody>
                    <a:bodyPr/>
                    <a:lstStyle/>
                    <a:p>
                      <a:pPr marL="0" indent="0" algn="r" fontAlgn="base">
                        <a:buNone/>
                      </a:pPr>
                      <a:r>
                        <a:rPr lang="en-US" sz="1500" b="0" i="0">
                          <a:solidFill>
                            <a:srgbClr val="54585A"/>
                          </a:solidFill>
                          <a:effectLst/>
                          <a:latin typeface="Calibri" panose="020F0502020204030204" pitchFamily="34" charset="0"/>
                        </a:rPr>
                        <a:t>15</a:t>
                      </a:r>
                      <a:endParaRPr lang="en-US" b="0" i="0">
                        <a:solidFill>
                          <a:srgbClr val="000000"/>
                        </a:solidFill>
                        <a:effectLst/>
                      </a:endParaRPr>
                    </a:p>
                  </a:txBody>
                  <a:tcPr marL="73152" marR="731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7623" cap="flat" cmpd="sng" algn="ctr">
                      <a:solidFill>
                        <a:srgbClr val="003057"/>
                      </a:solidFill>
                      <a:prstDash val="solid"/>
                      <a:round/>
                      <a:headEnd type="none" w="med" len="med"/>
                      <a:tailEnd type="none" w="med" len="med"/>
                    </a:lnB>
                    <a:noFill/>
                  </a:tcPr>
                </a:tc>
                <a:tc>
                  <a:txBody>
                    <a:bodyPr/>
                    <a:lstStyle/>
                    <a:p>
                      <a:pPr marL="0" indent="0" algn="r" fontAlgn="base">
                        <a:buNone/>
                      </a:pPr>
                      <a:r>
                        <a:rPr lang="en-US" sz="1500" b="0" i="0">
                          <a:solidFill>
                            <a:srgbClr val="54585A"/>
                          </a:solidFill>
                          <a:effectLst/>
                          <a:latin typeface="Calibri" panose="020F0502020204030204" pitchFamily="34" charset="0"/>
                        </a:rPr>
                        <a:t>839</a:t>
                      </a:r>
                      <a:endParaRPr lang="en-US" b="0" i="0">
                        <a:solidFill>
                          <a:srgbClr val="000000"/>
                        </a:solidFill>
                        <a:effectLst/>
                      </a:endParaRPr>
                    </a:p>
                  </a:txBody>
                  <a:tcPr marL="73152" marR="731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7623" cap="flat" cmpd="sng" algn="ctr">
                      <a:solidFill>
                        <a:srgbClr val="003057"/>
                      </a:solidFill>
                      <a:prstDash val="solid"/>
                      <a:round/>
                      <a:headEnd type="none" w="med" len="med"/>
                      <a:tailEnd type="none" w="med" len="med"/>
                    </a:lnB>
                    <a:noFill/>
                  </a:tcPr>
                </a:tc>
                <a:tc>
                  <a:txBody>
                    <a:bodyPr/>
                    <a:lstStyle/>
                    <a:p>
                      <a:pPr marL="0" indent="0" algn="r" fontAlgn="base">
                        <a:buNone/>
                      </a:pPr>
                      <a:r>
                        <a:rPr lang="en-US" sz="1500" b="0" i="0">
                          <a:solidFill>
                            <a:srgbClr val="54585A"/>
                          </a:solidFill>
                          <a:effectLst/>
                          <a:latin typeface="Calibri" panose="020F0502020204030204" pitchFamily="34" charset="0"/>
                        </a:rPr>
                        <a:t>≈ $1</a:t>
                      </a:r>
                      <a:endParaRPr lang="en-US" b="0" i="0">
                        <a:solidFill>
                          <a:srgbClr val="000000"/>
                        </a:solidFill>
                        <a:effectLst/>
                      </a:endParaRPr>
                    </a:p>
                  </a:txBody>
                  <a:tcPr marL="73152" marR="731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7623" cap="flat" cmpd="sng" algn="ctr">
                      <a:solidFill>
                        <a:srgbClr val="003057"/>
                      </a:solidFill>
                      <a:prstDash val="solid"/>
                      <a:round/>
                      <a:headEnd type="none" w="med" len="med"/>
                      <a:tailEnd type="none" w="med" len="med"/>
                    </a:lnB>
                    <a:noFill/>
                  </a:tcPr>
                </a:tc>
                <a:extLst>
                  <a:ext uri="{0D108BD9-81ED-4DB2-BD59-A6C34878D82A}">
                    <a16:rowId xmlns:a16="http://schemas.microsoft.com/office/drawing/2014/main" val="760489631"/>
                  </a:ext>
                </a:extLst>
              </a:tr>
            </a:tbl>
          </a:graphicData>
        </a:graphic>
      </p:graphicFrame>
      <p:cxnSp>
        <p:nvCxnSpPr>
          <p:cNvPr id="42" name="Connector 41"/>
          <p:cNvCxnSpPr/>
          <p:nvPr/>
        </p:nvCxnSpPr>
        <p:spPr>
          <a:xfrm>
            <a:off x="6355080" y="2560320"/>
            <a:ext cx="5349240" cy="0"/>
          </a:xfrm>
          <a:prstGeom prst="line">
            <a:avLst/>
          </a:prstGeom>
          <a:ln w="9525">
            <a:solidFill>
              <a:srgbClr val="C9CED3"/>
            </a:solidFill>
          </a:ln>
        </p:spPr>
        <p:style>
          <a:lnRef idx="2">
            <a:schemeClr val="accent1"/>
          </a:lnRef>
          <a:fillRef idx="0">
            <a:schemeClr val="accent1"/>
          </a:fillRef>
          <a:effectRef idx="1">
            <a:schemeClr val="accent1"/>
          </a:effectRef>
          <a:fontRef idx="minor">
            <a:schemeClr val="tx1"/>
          </a:fontRef>
        </p:style>
      </p:cxnSp>
      <p:pic>
        <p:nvPicPr>
          <p:cNvPr id="46" name="Picture 45" descr="math_164.png"/>
          <p:cNvPicPr>
            <a:picLocks noChangeAspect="1"/>
          </p:cNvPicPr>
          <p:nvPr/>
        </p:nvPicPr>
        <p:blipFill>
          <a:blip r:embed="rId9"/>
          <a:stretch>
            <a:fillRect/>
          </a:stretch>
        </p:blipFill>
        <p:spPr>
          <a:xfrm>
            <a:off x="6355080" y="3703320"/>
            <a:ext cx="3842850" cy="208988"/>
          </a:xfrm>
          <a:prstGeom prst="rect">
            <a:avLst/>
          </a:prstGeom>
        </p:spPr>
      </p:pic>
    </p:spTree>
    <p:extLst>
      <p:ext uri="{BB962C8B-B14F-4D97-AF65-F5344CB8AC3E}">
        <p14:creationId xmlns:p14="http://schemas.microsoft.com/office/powerpoint/2010/main" val="382131710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88D9A-F272-F00D-90BA-1314AB4FD0F4}"/>
            </a:ext>
          </a:extLst>
        </p:cNvPr>
        <p:cNvGrpSpPr/>
        <p:nvPr/>
      </p:nvGrpSpPr>
      <p:grpSpPr>
        <a:xfrm>
          <a:off x="0" y="0"/>
          <a:ext cx="0" cy="0"/>
          <a:chOff x="0" y="0"/>
          <a:chExt cx="0" cy="0"/>
        </a:xfrm>
      </p:grpSpPr>
      <p:sp>
        <p:nvSpPr>
          <p:cNvPr id="14" name="PlaceHolder 1">
            <a:extLst>
              <a:ext uri="{FF2B5EF4-FFF2-40B4-BE49-F238E27FC236}">
                <a16:creationId xmlns:a16="http://schemas.microsoft.com/office/drawing/2014/main" id="{72046BC3-07DB-718C-12DD-3806BCD65D09}"/>
              </a:ext>
            </a:extLst>
          </p:cNvPr>
          <p:cNvSpPr>
            <a:spLocks noGrp="1"/>
          </p:cNvSpPr>
          <p:nvPr/>
        </p:nvSpPr>
        <p:spPr>
          <a:xfrm>
            <a:off x="380880" y="200880"/>
            <a:ext cx="11429640" cy="1014480"/>
          </a:xfrm>
          <a:prstGeom prst="rect">
            <a:avLst/>
          </a:prstGeom>
          <a:noFill/>
          <a:ln w="0">
            <a:noFill/>
          </a:ln>
        </p:spPr>
        <p:txBody>
          <a:bodyPr lIns="91440" tIns="45720" rIns="91440" bIns="45720" anchor="ctr">
            <a:noAutofit/>
          </a:bodyPr>
          <a:lstStyle>
            <a:defPPr>
              <a:defRPr lang="en-US"/>
            </a:defPPr>
            <a:lvl1pPr marL="228600" indent="-228600" algn="l" defTabSz="914400" rtl="0" eaLnBrk="1" latinLnBrk="0" hangingPunct="1">
              <a:lnSpc>
                <a:spcPct val="90000"/>
              </a:lnSpc>
              <a:spcBef>
                <a:spcPts val="1001"/>
              </a:spcBef>
              <a:buClr>
                <a:srgbClr val="000000"/>
              </a:buClr>
              <a:buFont typeface="Arial"/>
              <a:buChar char="•"/>
              <a:defRPr lang="en-US" sz="2400" b="0" u="none" strike="noStrike" kern="1200">
                <a:solidFill>
                  <a:schemeClr val="dk1"/>
                </a:solidFill>
                <a:effectLst/>
                <a:uFillTx/>
                <a:latin typeface="Roboto"/>
                <a:ea typeface="Roboto"/>
                <a:cs typeface="+mn-cs"/>
              </a:defRPr>
            </a:lvl1pPr>
            <a:lvl2pPr marL="685800" lvl="1" indent="-228600" algn="l" defTabSz="914400" rtl="0" eaLnBrk="1" latinLnBrk="0" hangingPunct="1">
              <a:lnSpc>
                <a:spcPct val="90000"/>
              </a:lnSpc>
              <a:spcBef>
                <a:spcPts val="499"/>
              </a:spcBef>
              <a:buClr>
                <a:srgbClr val="000000"/>
              </a:buClr>
              <a:buFont typeface="Arial"/>
              <a:buChar char="•"/>
              <a:defRPr lang="en-US" sz="2000" b="0" u="none" strike="noStrike" kern="1200">
                <a:solidFill>
                  <a:schemeClr val="dk1"/>
                </a:solidFill>
                <a:effectLst/>
                <a:uFillTx/>
                <a:latin typeface="Roboto"/>
                <a:ea typeface="Roboto"/>
                <a:cs typeface="+mn-cs"/>
              </a:defRPr>
            </a:lvl2pPr>
            <a:lvl3pPr marL="1143000" lvl="2" indent="-228600" algn="l" defTabSz="914400" rtl="0" eaLnBrk="1" latinLnBrk="0" hangingPunct="1">
              <a:lnSpc>
                <a:spcPct val="90000"/>
              </a:lnSpc>
              <a:spcBef>
                <a:spcPts val="499"/>
              </a:spcBef>
              <a:buClr>
                <a:srgbClr val="000000"/>
              </a:buClr>
              <a:buFont typeface="Arial"/>
              <a:buChar char="•"/>
              <a:defRPr lang="en-US" sz="1800" b="0" u="none" strike="noStrike" kern="1200">
                <a:solidFill>
                  <a:schemeClr val="dk1"/>
                </a:solidFill>
                <a:effectLst/>
                <a:uFillTx/>
                <a:latin typeface="Roboto"/>
                <a:ea typeface="Roboto"/>
                <a:cs typeface="+mn-cs"/>
              </a:defRPr>
            </a:lvl3pPr>
            <a:lvl4pPr marL="1600200" lvl="3" indent="-228600" algn="l" defTabSz="914400" rtl="0" eaLnBrk="1" latinLnBrk="0" hangingPunct="1">
              <a:lnSpc>
                <a:spcPct val="90000"/>
              </a:lnSpc>
              <a:spcBef>
                <a:spcPts val="499"/>
              </a:spcBef>
              <a:buClr>
                <a:srgbClr val="000000"/>
              </a:buClr>
              <a:buFont typeface="Arial"/>
              <a:buChar char="•"/>
              <a:defRPr lang="en-US" sz="1400" b="0" u="none" strike="noStrike" kern="1200">
                <a:solidFill>
                  <a:schemeClr val="dk1"/>
                </a:solidFill>
                <a:effectLst/>
                <a:uFillTx/>
                <a:latin typeface="Roboto"/>
                <a:ea typeface="Roboto"/>
                <a:cs typeface="+mn-cs"/>
              </a:defRPr>
            </a:lvl4pPr>
            <a:lvl5pPr marL="2057400" lvl="4" indent="-228600" algn="l" defTabSz="914400" rtl="0" eaLnBrk="1" latinLnBrk="0" hangingPunct="1">
              <a:lnSpc>
                <a:spcPct val="90000"/>
              </a:lnSpc>
              <a:spcBef>
                <a:spcPts val="499"/>
              </a:spcBef>
              <a:buClr>
                <a:srgbClr val="000000"/>
              </a:buClr>
              <a:buFont typeface="Arial"/>
              <a:buChar char="•"/>
              <a:defRPr lang="en-US" sz="1100" b="0" u="none" strike="noStrike" kern="1200">
                <a:solidFill>
                  <a:schemeClr val="dk1"/>
                </a:solidFill>
                <a:effectLst/>
                <a:uFillTx/>
                <a:latin typeface="Roboto"/>
                <a:ea typeface="Roboto"/>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buNone/>
            </a:pPr>
            <a:r>
              <a:rPr lang="en-US" sz="3000" b="1">
                <a:solidFill>
                  <a:srgbClr val="003057"/>
                </a:solidFill>
                <a:latin typeface="Arial"/>
              </a:rPr>
              <a:t>Trace of a Verified Run: Problem 332</a:t>
            </a:r>
            <a:endParaRPr lang="en-US" sz="3000" b="1" u="none" strike="noStrike">
              <a:solidFill>
                <a:srgbClr val="003057"/>
              </a:solidFill>
              <a:effectLst/>
              <a:uFillTx/>
              <a:latin typeface="Arial"/>
            </a:endParaRPr>
          </a:p>
        </p:txBody>
      </p:sp>
      <p:pic>
        <p:nvPicPr>
          <p:cNvPr id="15" name="Picture 14">
            <a:extLst>
              <a:ext uri="{FF2B5EF4-FFF2-40B4-BE49-F238E27FC236}">
                <a16:creationId xmlns:a16="http://schemas.microsoft.com/office/drawing/2014/main" id="{3D7E39A1-7A9F-5DC3-A1D2-B77C16C5AB60}"/>
              </a:ext>
            </a:extLst>
          </p:cNvPr>
          <p:cNvPicPr/>
          <p:nvPr/>
        </p:nvPicPr>
        <p:blipFill>
          <a:blip r:embed="rId3"/>
          <a:stretch/>
        </p:blipFill>
        <p:spPr>
          <a:xfrm>
            <a:off x="411480" y="1188720"/>
            <a:ext cx="8735040" cy="4343040"/>
          </a:xfrm>
          <a:prstGeom prst="rect">
            <a:avLst/>
          </a:prstGeom>
          <a:noFill/>
          <a:ln w="0">
            <a:solidFill>
              <a:srgbClr val="C9CED3"/>
            </a:solidFill>
          </a:ln>
        </p:spPr>
      </p:pic>
      <p:sp>
        <p:nvSpPr>
          <p:cNvPr id="16" name="TextBox 16">
            <a:extLst>
              <a:ext uri="{FF2B5EF4-FFF2-40B4-BE49-F238E27FC236}">
                <a16:creationId xmlns:a16="http://schemas.microsoft.com/office/drawing/2014/main" id="{633D8070-CBD6-DB73-E3BE-B0F18743B5DE}"/>
              </a:ext>
            </a:extLst>
          </p:cNvPr>
          <p:cNvSpPr/>
          <p:nvPr/>
        </p:nvSpPr>
        <p:spPr>
          <a:xfrm>
            <a:off x="411480" y="5605200"/>
            <a:ext cx="8735040" cy="36540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300" b="1" i="0">
                <a:solidFill>
                  <a:srgbClr val="003057"/>
                </a:solidFill>
                <a:latin typeface="Calibri"/>
              </a:rPr>
              <a:t>Figure:</a:t>
            </a:r>
            <a:r>
              <a:rPr sz="1300" b="0" i="0">
                <a:solidFill>
                  <a:srgbClr val="54585A"/>
                </a:solidFill>
                <a:latin typeface="Calibri"/>
              </a:rPr>
              <a:t> final state of the trace viewer for the 8.5-hour run on Problem 332 (63 AIProver jobs, 83 sessions).</a:t>
            </a:r>
          </a:p>
        </p:txBody>
      </p:sp>
      <p:sp>
        <p:nvSpPr>
          <p:cNvPr id="17" name="FooterName">
            <a:extLst>
              <a:ext uri="{FF2B5EF4-FFF2-40B4-BE49-F238E27FC236}">
                <a16:creationId xmlns:a16="http://schemas.microsoft.com/office/drawing/2014/main" id="{6DB2417F-7920-8966-7ADA-4153000F1FA2}"/>
              </a:ext>
            </a:extLst>
          </p:cNvPr>
          <p:cNvSpPr/>
          <p:nvPr/>
        </p:nvSpPr>
        <p:spPr>
          <a:xfrm>
            <a:off x="249840" y="6559920"/>
            <a:ext cx="2499480" cy="24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lnSpc>
                <a:spcPct val="100000"/>
              </a:lnSpc>
            </a:pPr>
            <a:r>
              <a:rPr lang="en-US" sz="1200" b="0" u="none" strike="noStrike">
                <a:solidFill>
                  <a:srgbClr val="54585A"/>
                </a:solidFill>
                <a:effectLst/>
                <a:uFillTx/>
                <a:latin typeface="Arial"/>
              </a:rPr>
              <a:t>Vijay Ganesh</a:t>
            </a:r>
            <a:endParaRPr lang="en-US" sz="1200" b="0" u="none" strike="noStrike">
              <a:solidFill>
                <a:srgbClr val="000000"/>
              </a:solidFill>
              <a:effectLst/>
              <a:uFillTx/>
              <a:latin typeface="Arial"/>
            </a:endParaRPr>
          </a:p>
        </p:txBody>
      </p:sp>
      <p:sp>
        <p:nvSpPr>
          <p:cNvPr id="18" name="TextBox 13">
            <a:extLst>
              <a:ext uri="{FF2B5EF4-FFF2-40B4-BE49-F238E27FC236}">
                <a16:creationId xmlns:a16="http://schemas.microsoft.com/office/drawing/2014/main" id="{E82C064C-F8CE-A284-3E7B-0BE4B14D38BD}"/>
              </a:ext>
            </a:extLst>
          </p:cNvPr>
          <p:cNvSpPr txBox="1"/>
          <p:nvPr/>
        </p:nvSpPr>
        <p:spPr>
          <a:xfrm>
            <a:off x="9372600" y="1234440"/>
            <a:ext cx="2514600" cy="429768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600"/>
              </a:spcAft>
            </a:pPr>
            <a:r>
              <a:rPr sz="1400" b="1" i="0">
                <a:solidFill>
                  <a:srgbClr val="003057"/>
                </a:solidFill>
                <a:latin typeface="Calibri"/>
              </a:rPr>
              <a:t>Top:</a:t>
            </a:r>
            <a:r>
              <a:rPr sz="1400" b="0" i="0">
                <a:solidFill>
                  <a:srgbClr val="54585A"/>
                </a:solidFill>
                <a:latin typeface="Calibri"/>
              </a:rPr>
              <a:t> formalization, blind audit, setting check and sketch</a:t>
            </a:r>
          </a:p>
          <a:p>
            <a:pPr>
              <a:spcAft>
                <a:spcPts val="600"/>
              </a:spcAft>
            </a:pPr>
            <a:r>
              <a:rPr sz="1400" b="1" i="0">
                <a:solidFill>
                  <a:srgbClr val="003057"/>
                </a:solidFill>
                <a:latin typeface="Calibri"/>
              </a:rPr>
              <a:t>Columns:</a:t>
            </a:r>
            <a:r>
              <a:rPr sz="1400" b="0" i="0">
                <a:solidFill>
                  <a:srgbClr val="54585A"/>
                </a:solidFill>
                <a:latin typeface="Calibri"/>
              </a:rPr>
              <a:t> one per lemma (24), with AIProver jobs below; green verified, red Lean errors</a:t>
            </a:r>
          </a:p>
          <a:p>
            <a:pPr>
              <a:spcAft>
                <a:spcPts val="600"/>
              </a:spcAft>
            </a:pPr>
            <a:r>
              <a:rPr sz="1400" b="1" i="0">
                <a:solidFill>
                  <a:srgbClr val="003057"/>
                </a:solidFill>
                <a:latin typeface="Calibri"/>
              </a:rPr>
              <a:t>Subtrees:</a:t>
            </a:r>
            <a:r>
              <a:rPr sz="1400" b="0" i="0">
                <a:solidFill>
                  <a:srgbClr val="54585A"/>
                </a:solidFill>
                <a:latin typeface="Calibri"/>
              </a:rPr>
              <a:t> hand-backs in which the captain splits a lemma</a:t>
            </a:r>
          </a:p>
          <a:p>
            <a:pPr>
              <a:spcAft>
                <a:spcPts val="600"/>
              </a:spcAft>
            </a:pPr>
            <a:r>
              <a:rPr sz="1400" b="1" i="0">
                <a:solidFill>
                  <a:srgbClr val="003057"/>
                </a:solidFill>
                <a:latin typeface="Calibri"/>
              </a:rPr>
              <a:t>Bottom:</a:t>
            </a:r>
            <a:r>
              <a:rPr sz="1400" b="0" i="0">
                <a:solidFill>
                  <a:srgbClr val="54585A"/>
                </a:solidFill>
                <a:latin typeface="Calibri"/>
              </a:rPr>
              <a:t> assembly, verification, review and report</a:t>
            </a:r>
          </a:p>
        </p:txBody>
      </p:sp>
      <p:sp>
        <p:nvSpPr>
          <p:cNvPr id="20" name="FooterPageNum">
            <a:extLst>
              <a:ext uri="{FF2B5EF4-FFF2-40B4-BE49-F238E27FC236}">
                <a16:creationId xmlns:a16="http://schemas.microsoft.com/office/drawing/2014/main" id="{0E77FF39-6A94-AE04-69A7-712F6C51DED9}"/>
              </a:ext>
            </a:extLst>
          </p:cNvPr>
          <p:cNvSpPr txBox="1"/>
          <p:nvPr/>
        </p:nvSpPr>
        <p:spPr>
          <a:xfrm>
            <a:off x="11350000" y="6560000"/>
            <a:ext cx="600000" cy="250000"/>
          </a:xfrm>
          <a:prstGeom prst="rect">
            <a:avLst/>
          </a:prstGeom>
          <a:noFill/>
        </p:spPr>
        <p:txBody>
          <a:bodyPr lIns="0" tIns="0" rIns="0" bIns="0"/>
          <a:lstStyle/>
          <a:p>
            <a:pPr algn="r"/>
            <a:fld id="{B1E4F0D2-3C5A-4E6B-8F7C-9D0A1B2C3D4E}" type="slidenum">
              <a:rPr lang="en-US" sz="1200">
                <a:solidFill>
                  <a:srgbClr val="54585A"/>
                </a:solidFill>
                <a:latin typeface="Arial" panose="020B0604020202020204" pitchFamily="34" charset="0"/>
              </a:rPr>
              <a:t>65</a:t>
            </a:fld>
            <a:endParaRPr lang="en-US"/>
          </a:p>
        </p:txBody>
      </p:sp>
    </p:spTree>
    <p:extLst>
      <p:ext uri="{BB962C8B-B14F-4D97-AF65-F5344CB8AC3E}">
        <p14:creationId xmlns:p14="http://schemas.microsoft.com/office/powerpoint/2010/main" val="41703856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E9DD8-577E-FFCE-8076-9DA21F3C6E7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DE2110-0A08-1594-A939-820B28C85213}"/>
              </a:ext>
            </a:extLst>
          </p:cNvPr>
          <p:cNvSpPr>
            <a:spLocks noGrp="1"/>
          </p:cNvSpPr>
          <p:nvPr/>
        </p:nvSpPr>
        <p:spPr>
          <a:xfrm>
            <a:off x="5989320" y="1216152"/>
            <a:ext cx="5806440" cy="43891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b="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100" b="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sz="1800" b="1" i="0">
                <a:solidFill>
                  <a:srgbClr val="003057"/>
                </a:solidFill>
                <a:latin typeface="Calibri"/>
              </a:rPr>
              <a:t>Claude usage:</a:t>
            </a:r>
            <a:r>
              <a:rPr sz="1800" b="0" i="0">
                <a:solidFill>
                  <a:srgbClr val="54585A"/>
                </a:solidFill>
                <a:latin typeface="Calibri"/>
              </a:rPr>
              <a:t> ≈ $12, ≈ $3 and ≈ $1 for 332, 011 and 164 at API list prices</a:t>
            </a:r>
          </a:p>
          <a:p>
            <a:pPr>
              <a:spcAft>
                <a:spcPts val="600"/>
              </a:spcAft>
            </a:pPr>
            <a:r>
              <a:rPr sz="1800" b="1" i="0">
                <a:solidFill>
                  <a:srgbClr val="003057"/>
                </a:solidFill>
                <a:latin typeface="Calibri"/>
              </a:rPr>
              <a:t>Prover compute:</a:t>
            </a:r>
            <a:r>
              <a:rPr sz="1800" b="0" i="0">
                <a:solidFill>
                  <a:srgbClr val="54585A"/>
                </a:solidFill>
                <a:latin typeface="Calibri"/>
              </a:rPr>
              <a:t> 17 and 57 GH200 GPU-hours over 83 and 204 AIProver sessions; 164 ran 26 sessions on a DGX server</a:t>
            </a:r>
          </a:p>
          <a:p>
            <a:pPr>
              <a:spcAft>
                <a:spcPts val="600"/>
              </a:spcAft>
            </a:pPr>
            <a:r>
              <a:rPr sz="1800" b="1" i="0">
                <a:solidFill>
                  <a:srgbClr val="003057"/>
                </a:solidFill>
                <a:latin typeface="Calibri"/>
              </a:rPr>
              <a:t>Session outcomes:</a:t>
            </a:r>
            <a:r>
              <a:rPr sz="1800" b="0" i="0">
                <a:solidFill>
                  <a:srgbClr val="54585A"/>
                </a:solidFill>
                <a:latin typeface="Calibri"/>
              </a:rPr>
              <a:t> 73%, 40% and 50% of sessions reach the time limit; </a:t>
            </a:r>
            <a:r>
              <a:rPr sz="1800" b="0" i="0">
                <a:solidFill>
                  <a:srgbClr val="0F7E84"/>
                </a:solidFill>
                <a:latin typeface="Calibri"/>
              </a:rPr>
              <a:t>session policy is the main lever on cost</a:t>
            </a:r>
          </a:p>
        </p:txBody>
      </p:sp>
      <p:sp>
        <p:nvSpPr>
          <p:cNvPr id="3" name="Title 2">
            <a:extLst>
              <a:ext uri="{FF2B5EF4-FFF2-40B4-BE49-F238E27FC236}">
                <a16:creationId xmlns:a16="http://schemas.microsoft.com/office/drawing/2014/main" id="{43EA345B-6EB3-3298-0864-4611832D7004}"/>
              </a:ext>
            </a:extLst>
          </p:cNvPr>
          <p:cNvSpPr>
            <a:spLocks noGrp="1"/>
          </p:cNvSpPr>
          <p:nvPr/>
        </p:nvSpPr>
        <p:spPr>
          <a:xfrm>
            <a:off x="381000" y="200722"/>
            <a:ext cx="11430000" cy="10147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i="0" kern="1200" baseline="0">
                <a:solidFill>
                  <a:srgbClr val="003057"/>
                </a:solidFill>
                <a:latin typeface="Arial" panose="02000000000000000000" pitchFamily="2" charset="0"/>
                <a:ea typeface="Roboto" panose="02000000000000000000" pitchFamily="2" charset="0"/>
                <a:cs typeface="Arial" panose="02000000000000000000" pitchFamily="2" charset="0"/>
              </a:defRPr>
            </a:lvl1pPr>
          </a:lstStyle>
          <a:p>
            <a:r>
              <a:rPr lang="en-US" sz="3000">
                <a:latin typeface="Arial"/>
                <a:ea typeface="Roboto"/>
                <a:cs typeface="Arial"/>
              </a:rPr>
              <a:t>Cost: Claude Usage and Prover Compute</a:t>
            </a:r>
          </a:p>
        </p:txBody>
      </p:sp>
      <p:sp>
        <p:nvSpPr>
          <p:cNvPr id="5" name="TextBox 4">
            <a:extLst>
              <a:ext uri="{FF2B5EF4-FFF2-40B4-BE49-F238E27FC236}">
                <a16:creationId xmlns:a16="http://schemas.microsoft.com/office/drawing/2014/main" id="{600AEFBF-4B6D-FD99-0D00-C7A48FF36147}"/>
              </a:ext>
            </a:extLst>
          </p:cNvPr>
          <p:cNvSpPr txBox="1"/>
          <p:nvPr/>
        </p:nvSpPr>
        <p:spPr>
          <a:xfrm>
            <a:off x="457200" y="4947477"/>
            <a:ext cx="530352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sz="1400" b="1" i="0">
                <a:solidFill>
                  <a:srgbClr val="003057"/>
                </a:solidFill>
                <a:latin typeface="Calibri"/>
              </a:rPr>
              <a:t>Figure: </a:t>
            </a:r>
            <a:r>
              <a:rPr sz="1400" b="0" i="0">
                <a:solidFill>
                  <a:srgbClr val="54585A"/>
                </a:solidFill>
                <a:latin typeface="Calibri"/>
              </a:rPr>
              <a:t>Claude cost per problem by role, LaTeX write-up excluded.</a:t>
            </a:r>
          </a:p>
        </p:txBody>
      </p:sp>
      <p:sp>
        <p:nvSpPr>
          <p:cNvPr id="7" name="FooterName">
            <a:extLst>
              <a:ext uri="{FF2B5EF4-FFF2-40B4-BE49-F238E27FC236}">
                <a16:creationId xmlns:a16="http://schemas.microsoft.com/office/drawing/2014/main" id="{55E0D4F3-5150-E1C2-1C22-8B552E8719D4}"/>
              </a:ext>
            </a:extLst>
          </p:cNvPr>
          <p:cNvSpPr/>
          <p:nvPr/>
        </p:nvSpPr>
        <p:spPr>
          <a:xfrm>
            <a:off x="249840" y="6559920"/>
            <a:ext cx="2499480" cy="24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lnSpc>
                <a:spcPct val="100000"/>
              </a:lnSpc>
            </a:pPr>
            <a:r>
              <a:rPr lang="en-US" sz="1200" b="0" u="none" strike="noStrike">
                <a:solidFill>
                  <a:srgbClr val="54585A"/>
                </a:solidFill>
                <a:effectLst/>
                <a:uFillTx/>
                <a:latin typeface="Arial"/>
              </a:rPr>
              <a:t>Vijay Ganesh</a:t>
            </a:r>
            <a:endParaRPr lang="en-US" sz="1200" b="0" u="none" strike="noStrike">
              <a:solidFill>
                <a:srgbClr val="000000"/>
              </a:solidFill>
              <a:effectLst/>
              <a:uFillTx/>
              <a:latin typeface="Arial"/>
            </a:endParaRPr>
          </a:p>
        </p:txBody>
      </p:sp>
      <p:sp>
        <p:nvSpPr>
          <p:cNvPr id="9" name="FooterPageNum">
            <a:extLst>
              <a:ext uri="{FF2B5EF4-FFF2-40B4-BE49-F238E27FC236}">
                <a16:creationId xmlns:a16="http://schemas.microsoft.com/office/drawing/2014/main" id="{E90D8CC9-6C8F-D197-7459-61E2B1892780}"/>
              </a:ext>
            </a:extLst>
          </p:cNvPr>
          <p:cNvSpPr txBox="1"/>
          <p:nvPr/>
        </p:nvSpPr>
        <p:spPr>
          <a:xfrm>
            <a:off x="11350000" y="6560000"/>
            <a:ext cx="600000" cy="250000"/>
          </a:xfrm>
          <a:prstGeom prst="rect">
            <a:avLst/>
          </a:prstGeom>
          <a:noFill/>
        </p:spPr>
        <p:txBody>
          <a:bodyPr lIns="0" tIns="0" rIns="0" bIns="0"/>
          <a:lstStyle/>
          <a:p>
            <a:pPr algn="r"/>
            <a:fld id="{B1E4F0D2-3C5A-4E6B-8F7C-9D0A1B2C3D4E}" type="slidenum">
              <a:rPr lang="en-US" sz="1200">
                <a:solidFill>
                  <a:srgbClr val="54585A"/>
                </a:solidFill>
                <a:latin typeface="Arial" panose="020B0604020202020204" pitchFamily="34" charset="0"/>
              </a:rPr>
              <a:t>66</a:t>
            </a:fld>
            <a:endParaRPr lang="en-US"/>
          </a:p>
        </p:txBody>
      </p:sp>
      <p:pic>
        <p:nvPicPr>
          <p:cNvPr id="10" name="Picture 9" descr="cost_figure_164.png"/>
          <p:cNvPicPr>
            <a:picLocks noChangeAspect="1"/>
          </p:cNvPicPr>
          <p:nvPr/>
        </p:nvPicPr>
        <p:blipFill>
          <a:blip r:embed="rId4"/>
          <a:stretch>
            <a:fillRect/>
          </a:stretch>
        </p:blipFill>
        <p:spPr>
          <a:xfrm>
            <a:off x="457200" y="1417320"/>
            <a:ext cx="5303520" cy="3438717"/>
          </a:xfrm>
          <a:prstGeom prst="rect">
            <a:avLst/>
          </a:prstGeom>
        </p:spPr>
      </p:pic>
    </p:spTree>
    <p:extLst>
      <p:ext uri="{BB962C8B-B14F-4D97-AF65-F5344CB8AC3E}">
        <p14:creationId xmlns:p14="http://schemas.microsoft.com/office/powerpoint/2010/main" val="128059045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1">
            <a:extLst>
              <a:ext uri="{FF2B5EF4-FFF2-40B4-BE49-F238E27FC236}">
                <a16:creationId xmlns:a16="http://schemas.microsoft.com/office/drawing/2014/main" id="{48296372-FA53-BF45-4EE6-3470098AD828}"/>
              </a:ext>
            </a:extLst>
          </p:cNvPr>
          <p:cNvSpPr>
            <a:spLocks noGrp="1"/>
          </p:cNvSpPr>
          <p:nvPr/>
        </p:nvSpPr>
        <p:spPr>
          <a:xfrm>
            <a:off x="381000" y="1215485"/>
            <a:ext cx="11429999" cy="42256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b="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100" b="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sz="1800" b="1" i="0">
                <a:solidFill>
                  <a:srgbClr val="003057"/>
                </a:solidFill>
                <a:latin typeface="Calibri"/>
              </a:rPr>
              <a:t>Key result:</a:t>
            </a:r>
            <a:r>
              <a:rPr sz="1800" b="0" i="0">
                <a:solidFill>
                  <a:srgbClr val="54585A"/>
                </a:solidFill>
                <a:latin typeface="Calibri"/>
              </a:rPr>
              <a:t> </a:t>
            </a:r>
            <a:r>
              <a:rPr sz="1800" b="0" i="0">
                <a:solidFill>
                  <a:srgbClr val="0F7E84"/>
                </a:solidFill>
                <a:latin typeface="Calibri"/>
              </a:rPr>
              <a:t>results from three OpenAI math release problems, previously unformalized, are verified in Lean from their informal statements</a:t>
            </a:r>
          </a:p>
          <a:p>
            <a:pPr>
              <a:spcAft>
                <a:spcPts val="600"/>
              </a:spcAft>
            </a:pPr>
            <a:r>
              <a:rPr sz="1800" b="1" i="0">
                <a:solidFill>
                  <a:srgbClr val="003057"/>
                </a:solidFill>
                <a:latin typeface="Calibri"/>
              </a:rPr>
              <a:t>Division of labor:</a:t>
            </a:r>
            <a:r>
              <a:rPr sz="1800" b="0" i="0">
                <a:solidFill>
                  <a:srgbClr val="54585A"/>
                </a:solidFill>
                <a:latin typeface="Calibri"/>
              </a:rPr>
              <a:t> a frontier model formalizes, decomposes and repairs; the open-weight AIProver model attempts every lemma in parallel; Lean gates every stage</a:t>
            </a:r>
          </a:p>
          <a:p>
            <a:pPr>
              <a:spcAft>
                <a:spcPts val="600"/>
              </a:spcAft>
            </a:pPr>
            <a:r>
              <a:rPr sz="1800" b="1" i="0">
                <a:solidFill>
                  <a:srgbClr val="003057"/>
                </a:solidFill>
                <a:latin typeface="Calibri"/>
              </a:rPr>
              <a:t>Cost:</a:t>
            </a:r>
            <a:r>
              <a:rPr sz="1800" b="0" i="0">
                <a:solidFill>
                  <a:srgbClr val="54585A"/>
                </a:solidFill>
                <a:latin typeface="Calibri"/>
              </a:rPr>
              <a:t> about $1–12 of Claude usage per problem; prover compute dominates</a:t>
            </a:r>
          </a:p>
          <a:p>
            <a:pPr>
              <a:spcAft>
                <a:spcPts val="600"/>
              </a:spcAft>
            </a:pPr>
            <a:r>
              <a:rPr sz="1800" b="1" i="0">
                <a:solidFill>
                  <a:srgbClr val="003057"/>
                </a:solidFill>
                <a:latin typeface="Calibri"/>
              </a:rPr>
              <a:t>Future work:</a:t>
            </a:r>
          </a:p>
          <a:p>
            <a:pPr lvl="1">
              <a:spcAft>
                <a:spcPts val="600"/>
              </a:spcAft>
            </a:pPr>
            <a:r>
              <a:rPr sz="1600" b="1" i="0">
                <a:solidFill>
                  <a:srgbClr val="003057"/>
                </a:solidFill>
                <a:latin typeface="Calibri"/>
              </a:rPr>
              <a:t>CDCL-style proof search:</a:t>
            </a:r>
            <a:r>
              <a:rPr sz="1600" b="0" i="0">
                <a:solidFill>
                  <a:srgbClr val="54585A"/>
                </a:solidFill>
                <a:latin typeface="Calibri"/>
              </a:rPr>
              <a:t> analyze failed attempts as conflicts and learn lemmas that prune later attempts, in the spirit of RLSF and CDES</a:t>
            </a:r>
          </a:p>
          <a:p>
            <a:pPr lvl="1">
              <a:spcAft>
                <a:spcPts val="600"/>
              </a:spcAft>
            </a:pPr>
            <a:r>
              <a:rPr sz="1600" b="1" i="0">
                <a:solidFill>
                  <a:srgbClr val="003057"/>
                </a:solidFill>
                <a:latin typeface="Calibri"/>
              </a:rPr>
              <a:t>Specialized subagents:</a:t>
            </a:r>
            <a:r>
              <a:rPr sz="1600" b="0" i="0">
                <a:solidFill>
                  <a:srgbClr val="54585A"/>
                </a:solidFill>
                <a:latin typeface="Calibri"/>
              </a:rPr>
              <a:t> dedicated roles for library search, definition synthesis and counterexample search alongside the captain and prover</a:t>
            </a:r>
          </a:p>
          <a:p>
            <a:pPr lvl="1">
              <a:spcAft>
                <a:spcPts val="600"/>
              </a:spcAft>
            </a:pPr>
            <a:r>
              <a:rPr sz="1600" b="1" i="0">
                <a:solidFill>
                  <a:srgbClr val="003057"/>
                </a:solidFill>
                <a:latin typeface="Calibri"/>
              </a:rPr>
              <a:t>More OpenAI problems:</a:t>
            </a:r>
            <a:r>
              <a:rPr sz="1600" b="0" i="0">
                <a:solidFill>
                  <a:srgbClr val="54585A"/>
                </a:solidFill>
                <a:latin typeface="Calibri"/>
              </a:rPr>
              <a:t> complete Hilbert's tenth problem over ℚ (004) and Theorem 1.1 of Hindman's sums and products (164), then the remaining unformalized families</a:t>
            </a:r>
          </a:p>
          <a:p>
            <a:pPr lvl="1">
              <a:spcAft>
                <a:spcPts val="600"/>
              </a:spcAft>
            </a:pPr>
            <a:r>
              <a:rPr sz="1600" b="1" i="0">
                <a:solidFill>
                  <a:srgbClr val="003057"/>
                </a:solidFill>
                <a:latin typeface="Calibri"/>
              </a:rPr>
              <a:t>Mathematicians in the loop:</a:t>
            </a:r>
            <a:r>
              <a:rPr sz="1600" b="0" i="0">
                <a:solidFill>
                  <a:srgbClr val="54585A"/>
                </a:solidFill>
                <a:latin typeface="Calibri"/>
              </a:rPr>
              <a:t> researchers running the tool on their own problems and assessing the verified proofs</a:t>
            </a:r>
          </a:p>
          <a:p>
            <a:pPr>
              <a:spcAft>
                <a:spcPts val="600"/>
              </a:spcAft>
            </a:pPr>
            <a:r>
              <a:rPr sz="1800" b="1" i="0">
                <a:solidFill>
                  <a:srgbClr val="003057"/>
                </a:solidFill>
                <a:latin typeface="Calibri"/>
              </a:rPr>
              <a:t>Code:</a:t>
            </a:r>
            <a:r>
              <a:rPr sz="1800" b="0" i="0">
                <a:solidFill>
                  <a:srgbClr val="54585A"/>
                </a:solidFill>
                <a:latin typeface="Calibri"/>
              </a:rPr>
              <a:t> </a:t>
            </a:r>
            <a:r>
              <a:rPr sz="1800" b="0" i="0">
                <a:solidFill>
                  <a:srgbClr val="0F7E84"/>
                </a:solidFill>
                <a:latin typeface="Calibri"/>
                <a:hlinkClick r:id="rId3"/>
              </a:rPr>
              <a:t>github.com/Logan-Cole-Luna/aiprover-orchestration</a:t>
            </a:r>
          </a:p>
        </p:txBody>
      </p:sp>
      <p:sp>
        <p:nvSpPr>
          <p:cNvPr id="21" name="Title 2">
            <a:extLst>
              <a:ext uri="{FF2B5EF4-FFF2-40B4-BE49-F238E27FC236}">
                <a16:creationId xmlns:a16="http://schemas.microsoft.com/office/drawing/2014/main" id="{5F39DC9A-BB12-A317-0694-176A5829804C}"/>
              </a:ext>
            </a:extLst>
          </p:cNvPr>
          <p:cNvSpPr>
            <a:spLocks noGrp="1"/>
          </p:cNvSpPr>
          <p:nvPr/>
        </p:nvSpPr>
        <p:spPr>
          <a:xfrm>
            <a:off x="381000" y="200722"/>
            <a:ext cx="11430000" cy="10147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i="0" kern="1200" baseline="0">
                <a:solidFill>
                  <a:srgbClr val="003057"/>
                </a:solidFill>
                <a:latin typeface="Arial" panose="02000000000000000000" pitchFamily="2" charset="0"/>
                <a:ea typeface="Roboto" panose="02000000000000000000" pitchFamily="2" charset="0"/>
                <a:cs typeface="Arial" panose="02000000000000000000" pitchFamily="2" charset="0"/>
              </a:defRPr>
            </a:lvl1pPr>
          </a:lstStyle>
          <a:p>
            <a:r>
              <a:rPr lang="en-US" sz="3000">
                <a:latin typeface="Arial"/>
                <a:ea typeface="Roboto"/>
                <a:cs typeface="Arial"/>
              </a:rPr>
              <a:t>Orchestration: Conclusions and Future Work</a:t>
            </a:r>
          </a:p>
        </p:txBody>
      </p:sp>
      <p:sp>
        <p:nvSpPr>
          <p:cNvPr id="23" name="FooterName">
            <a:extLst>
              <a:ext uri="{FF2B5EF4-FFF2-40B4-BE49-F238E27FC236}">
                <a16:creationId xmlns:a16="http://schemas.microsoft.com/office/drawing/2014/main" id="{720C015F-DBE5-F234-BC8A-297A7CD81B5E}"/>
              </a:ext>
            </a:extLst>
          </p:cNvPr>
          <p:cNvSpPr/>
          <p:nvPr/>
        </p:nvSpPr>
        <p:spPr>
          <a:xfrm>
            <a:off x="249840" y="6559920"/>
            <a:ext cx="2499480" cy="24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lnSpc>
                <a:spcPct val="100000"/>
              </a:lnSpc>
            </a:pPr>
            <a:r>
              <a:rPr lang="en-US" sz="1200" b="0" u="none" strike="noStrike">
                <a:solidFill>
                  <a:srgbClr val="54585A"/>
                </a:solidFill>
                <a:effectLst/>
                <a:uFillTx/>
                <a:latin typeface="Arial"/>
              </a:rPr>
              <a:t>Vijay Ganesh</a:t>
            </a:r>
            <a:endParaRPr lang="en-US" sz="1200" b="0" u="none" strike="noStrike">
              <a:solidFill>
                <a:srgbClr val="000000"/>
              </a:solidFill>
              <a:effectLst/>
              <a:uFillTx/>
              <a:latin typeface="Arial"/>
            </a:endParaRPr>
          </a:p>
        </p:txBody>
      </p:sp>
      <p:sp>
        <p:nvSpPr>
          <p:cNvPr id="25" name="FooterPageNum">
            <a:extLst>
              <a:ext uri="{FF2B5EF4-FFF2-40B4-BE49-F238E27FC236}">
                <a16:creationId xmlns:a16="http://schemas.microsoft.com/office/drawing/2014/main" id="{21FCF47D-42D9-00F9-09EC-78CE3BF91140}"/>
              </a:ext>
            </a:extLst>
          </p:cNvPr>
          <p:cNvSpPr txBox="1"/>
          <p:nvPr/>
        </p:nvSpPr>
        <p:spPr>
          <a:xfrm>
            <a:off x="11350000" y="6560000"/>
            <a:ext cx="600000" cy="250000"/>
          </a:xfrm>
          <a:prstGeom prst="rect">
            <a:avLst/>
          </a:prstGeom>
          <a:noFill/>
        </p:spPr>
        <p:txBody>
          <a:bodyPr lIns="0" tIns="0" rIns="0" bIns="0"/>
          <a:lstStyle/>
          <a:p>
            <a:pPr algn="r"/>
            <a:fld id="{B1E4F0D2-3C5A-4E6B-8F7C-9D0A1B2C3D4E}" type="slidenum">
              <a:rPr lang="en-US" sz="1200">
                <a:solidFill>
                  <a:srgbClr val="54585A"/>
                </a:solidFill>
                <a:latin typeface="Arial" panose="020B0604020202020204" pitchFamily="34" charset="0"/>
              </a:rPr>
              <a:t>67</a:t>
            </a:fld>
            <a:endParaRPr lang="en-US"/>
          </a:p>
        </p:txBody>
      </p:sp>
    </p:spTree>
    <p:extLst>
      <p:ext uri="{BB962C8B-B14F-4D97-AF65-F5344CB8AC3E}">
        <p14:creationId xmlns:p14="http://schemas.microsoft.com/office/powerpoint/2010/main" val="546576424"/>
      </p:ext>
    </p:extLst>
  </p:cSld>
  <p:clrMapOvr>
    <a:masterClrMapping/>
  </p:clrMapOvr>
</p:sld>
</file>

<file path=ppt/theme/theme1.xml><?xml version="1.0" encoding="utf-8"?>
<a:theme xmlns:a="http://schemas.openxmlformats.org/drawingml/2006/main" name="Title Page">
  <a:themeElements>
    <a:clrScheme name="Custom 1">
      <a:dk1>
        <a:srgbClr val="003057"/>
      </a:dk1>
      <a:lt1>
        <a:srgbClr val="FFFFFF"/>
      </a:lt1>
      <a:dk2>
        <a:srgbClr val="545859"/>
      </a:dk2>
      <a:lt2>
        <a:srgbClr val="D6DBD3"/>
      </a:lt2>
      <a:accent1>
        <a:srgbClr val="B3A369"/>
      </a:accent1>
      <a:accent2>
        <a:srgbClr val="64CCC9"/>
      </a:accent2>
      <a:accent3>
        <a:srgbClr val="A3D233"/>
      </a:accent3>
      <a:accent4>
        <a:srgbClr val="EAAA00"/>
      </a:accent4>
      <a:accent5>
        <a:srgbClr val="008C95"/>
      </a:accent5>
      <a:accent6>
        <a:srgbClr val="7800FF"/>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ATech_PPTtemplate_2021_wide" id="{E85096BA-033B-D848-B268-A76C8AE5D2A4}" vid="{1C4A0A5B-2267-F04A-B00C-3FCDF7CFA02E}"/>
    </a:ext>
  </a:extLst>
</a:theme>
</file>

<file path=ppt/theme/theme2.xml><?xml version="1.0" encoding="utf-8"?>
<a:theme xmlns:a="http://schemas.openxmlformats.org/drawingml/2006/main" name="Content Page">
  <a:themeElements>
    <a:clrScheme name="GT Theme">
      <a:dk1>
        <a:srgbClr val="003057"/>
      </a:dk1>
      <a:lt1>
        <a:srgbClr val="FFFFFF"/>
      </a:lt1>
      <a:dk2>
        <a:srgbClr val="545859"/>
      </a:dk2>
      <a:lt2>
        <a:srgbClr val="D6DBD3"/>
      </a:lt2>
      <a:accent1>
        <a:srgbClr val="B3A369"/>
      </a:accent1>
      <a:accent2>
        <a:srgbClr val="003057"/>
      </a:accent2>
      <a:accent3>
        <a:srgbClr val="54585A"/>
      </a:accent3>
      <a:accent4>
        <a:srgbClr val="D6DBD4"/>
      </a:accent4>
      <a:accent5>
        <a:srgbClr val="F9F6E5"/>
      </a:accent5>
      <a:accent6>
        <a:srgbClr val="EAAA00"/>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Tech_PPTtemplate_2021_wide" id="{E85096BA-033B-D848-B268-A76C8AE5D2A4}" vid="{C86BDF43-62E5-5C4C-BBB8-C9F548430792}"/>
    </a:ext>
  </a:extLst>
</a:theme>
</file>

<file path=ppt/theme/theme3.xml><?xml version="1.0" encoding="utf-8"?>
<a:theme xmlns:a="http://schemas.openxmlformats.org/drawingml/2006/main" name="1_Content Page">
  <a:themeElements>
    <a:clrScheme name="Custom 1">
      <a:dk1>
        <a:srgbClr val="000000"/>
      </a:dk1>
      <a:lt1>
        <a:srgbClr val="FFFFFF"/>
      </a:lt1>
      <a:dk2>
        <a:srgbClr val="545859"/>
      </a:dk2>
      <a:lt2>
        <a:srgbClr val="D6DBD3"/>
      </a:lt2>
      <a:accent1>
        <a:srgbClr val="B3A369"/>
      </a:accent1>
      <a:accent2>
        <a:srgbClr val="003057"/>
      </a:accent2>
      <a:accent3>
        <a:srgbClr val="54585A"/>
      </a:accent3>
      <a:accent4>
        <a:srgbClr val="D6DBD4"/>
      </a:accent4>
      <a:accent5>
        <a:srgbClr val="F9F6E5"/>
      </a:accent5>
      <a:accent6>
        <a:srgbClr val="EAAA00"/>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Tech_PPTtemplate_2021_wide" id="{E85096BA-033B-D848-B268-A76C8AE5D2A4}" vid="{C86BDF43-62E5-5C4C-BBB8-C9F548430792}"/>
    </a:ext>
  </a:extLst>
</a:theme>
</file>

<file path=ppt/theme/theme4.xml><?xml version="1.0" encoding="utf-8"?>
<a:theme xmlns:a="http://schemas.openxmlformats.org/drawingml/2006/main" name="2_Content Page">
  <a:themeElements>
    <a:clrScheme name="Custom 1">
      <a:dk1>
        <a:srgbClr val="000000"/>
      </a:dk1>
      <a:lt1>
        <a:srgbClr val="FFFFFF"/>
      </a:lt1>
      <a:dk2>
        <a:srgbClr val="545859"/>
      </a:dk2>
      <a:lt2>
        <a:srgbClr val="D6DBD3"/>
      </a:lt2>
      <a:accent1>
        <a:srgbClr val="B3A369"/>
      </a:accent1>
      <a:accent2>
        <a:srgbClr val="003057"/>
      </a:accent2>
      <a:accent3>
        <a:srgbClr val="54585A"/>
      </a:accent3>
      <a:accent4>
        <a:srgbClr val="D6DBD4"/>
      </a:accent4>
      <a:accent5>
        <a:srgbClr val="F9F6E5"/>
      </a:accent5>
      <a:accent6>
        <a:srgbClr val="EAAA00"/>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Tech_PPTtemplate_2021_wide" id="{E85096BA-033B-D848-B268-A76C8AE5D2A4}" vid="{C86BDF43-62E5-5C4C-BBB8-C9F548430792}"/>
    </a:ext>
  </a:extLst>
</a:theme>
</file>

<file path=ppt/theme/theme5.xml><?xml version="1.0" encoding="utf-8"?>
<a:theme xmlns:a="http://schemas.openxmlformats.org/drawingml/2006/main" name="1_Title Page">
  <a:themeElements>
    <a:clrScheme name="Custom 1">
      <a:dk1>
        <a:srgbClr val="003057"/>
      </a:dk1>
      <a:lt1>
        <a:srgbClr val="FFFFFF"/>
      </a:lt1>
      <a:dk2>
        <a:srgbClr val="545859"/>
      </a:dk2>
      <a:lt2>
        <a:srgbClr val="D6DBD3"/>
      </a:lt2>
      <a:accent1>
        <a:srgbClr val="B3A369"/>
      </a:accent1>
      <a:accent2>
        <a:srgbClr val="64CCC9"/>
      </a:accent2>
      <a:accent3>
        <a:srgbClr val="A3D233"/>
      </a:accent3>
      <a:accent4>
        <a:srgbClr val="EAAA00"/>
      </a:accent4>
      <a:accent5>
        <a:srgbClr val="008C95"/>
      </a:accent5>
      <a:accent6>
        <a:srgbClr val="7800FF"/>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ATech_PPTtemplate_2021_wide" id="{E85096BA-033B-D848-B268-A76C8AE5D2A4}" vid="{1C4A0A5B-2267-F04A-B00C-3FCDF7CFA02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0C7896C-868A-D145-A6EB-9EAC78E6B5A2}">
  <we:reference id="WA200010001" version="1.0.0.1" store="Omex" storeType="OMEX"/>
  <we:alternateReferences>
    <we:reference id="WA200010001" version="1.0.0.1" store="WA200010001" storeType="OMEX"/>
  </we:alternateReferences>
  <we:properties>
    <we:property name="claude.fileId" value="&quot;620e2b1f-619d-4c4e-97e6-bef91a02c1f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GATech_PPTtemplate_2021_wide</Template>
  <Application>Microsoft Office PowerPoint</Application>
  <PresentationFormat>Widescreen</PresentationFormat>
  <Slides>80</Slides>
  <Notes>44</Notes>
  <HiddenSlides>0</HiddenSlides>
  <ScaleCrop>false</ScaleCrop>
  <HeadingPairs>
    <vt:vector size="4" baseType="variant">
      <vt:variant>
        <vt:lpstr>Theme</vt:lpstr>
      </vt:variant>
      <vt:variant>
        <vt:i4>5</vt:i4>
      </vt:variant>
      <vt:variant>
        <vt:lpstr>Slide Titles</vt:lpstr>
      </vt:variant>
      <vt:variant>
        <vt:i4>80</vt:i4>
      </vt:variant>
    </vt:vector>
  </HeadingPairs>
  <TitlesOfParts>
    <vt:vector size="85" baseType="lpstr">
      <vt:lpstr>Title Page</vt:lpstr>
      <vt:lpstr>Content Page</vt:lpstr>
      <vt:lpstr>1_Content Page</vt:lpstr>
      <vt:lpstr>2_Content Page</vt:lpstr>
      <vt:lpstr>1_Title Page</vt:lpstr>
      <vt:lpstr>AIProver: Agentic Auto-Formalization for Math Semantic Alignment and a Certificate-Driven Evolving Harness</vt:lpstr>
      <vt:lpstr>Context:  Neurosymbolic AI for Mathematics</vt:lpstr>
      <vt:lpstr>PowerPoint Presentation</vt:lpstr>
      <vt:lpstr>PowerPoint Presentation</vt:lpstr>
      <vt:lpstr>Problem statement</vt:lpstr>
      <vt:lpstr>Problem Statement and definitions Proof Auto-Formalization and Synthesis</vt:lpstr>
      <vt:lpstr>Goals and Motivation</vt:lpstr>
      <vt:lpstr>PowerPoint Presentation</vt:lpstr>
      <vt:lpstr>Related work and key differences with AIProver</vt:lpstr>
      <vt:lpstr>ProofBridge: Auto-Formalization of Natural Language Proofs via Semantic alignment models</vt:lpstr>
      <vt:lpstr>Key insights</vt:lpstr>
      <vt:lpstr>Key insight and contributions: thumbnail sketch</vt:lpstr>
      <vt:lpstr>Key insight and contributions: thumbnail sketch</vt:lpstr>
      <vt:lpstr>Rest of the talk</vt:lpstr>
      <vt:lpstr>AIProver: An Auto-formalization framework for research-level math</vt:lpstr>
      <vt:lpstr>Preliminaries: Agents and Harnesses</vt:lpstr>
      <vt:lpstr>PowerPoint Presentation</vt:lpstr>
      <vt:lpstr>LoCoBench: A Research-Level Benchmark</vt:lpstr>
      <vt:lpstr>LoCoBench: scope, sources, design</vt:lpstr>
      <vt:lpstr>LoCoBench Data Curation Pipeline</vt:lpstr>
      <vt:lpstr>Rest of the talk</vt:lpstr>
      <vt:lpstr>AIProver: inference pipeline</vt:lpstr>
      <vt:lpstr>AIProver: complete post-training pipeline</vt:lpstr>
      <vt:lpstr>Rest of the talk</vt:lpstr>
      <vt:lpstr>Semantic Alignment Model (SAM) Fine-Tuning</vt:lpstr>
      <vt:lpstr>Rest of the talk</vt:lpstr>
      <vt:lpstr>Reward Design: Four Verifier Checks</vt:lpstr>
      <vt:lpstr>HarnessEvolve: Certificate-Driven Evolutionary Search</vt:lpstr>
      <vt:lpstr>HarnessEvolve: Four Stages per Round</vt:lpstr>
      <vt:lpstr>Agentic RLSF: Multi-Turn Post-Training via Symbolic Feedback</vt:lpstr>
      <vt:lpstr>RLSF: Optimization Details</vt:lpstr>
      <vt:lpstr>Putting it all together: complete post-training pipeline</vt:lpstr>
      <vt:lpstr>Experimental Results</vt:lpstr>
      <vt:lpstr>Baselines: Two Orthogonal Axes</vt:lpstr>
      <vt:lpstr>Metrics and Implementation</vt:lpstr>
      <vt:lpstr>Main Results on LoCoBench (pass@4)</vt:lpstr>
      <vt:lpstr>Performance vs Cost</vt:lpstr>
      <vt:lpstr>Conclusion</vt:lpstr>
      <vt:lpstr>Rest of the talk</vt:lpstr>
      <vt:lpstr>RLSF, CDES, and inspiration from CDCL</vt:lpstr>
      <vt:lpstr>Solvers, Learning + Reasoning, Trustworthy AI https://vganesh1.github.io/</vt:lpstr>
      <vt:lpstr>ML for SAT Solvers: MapleSAT and AlphaMapleSAT</vt:lpstr>
      <vt:lpstr>ML for SMT Solvers: MachSMT and Z3alpha</vt:lpstr>
      <vt:lpstr>Modern Conflict-Driven Clause-Learning (CDCL) SAT Solver</vt:lpstr>
      <vt:lpstr>CDCL with Deductive Feedback Loop and RL precursor to RLSF/CDRL/CDLM/CDES</vt:lpstr>
      <vt:lpstr>Reinforcement Learning via Symbolic Feedback (RLSF) AI for Chemistry</vt:lpstr>
      <vt:lpstr>RLSF: Reinforcement Learning with Symbolic Feedback</vt:lpstr>
      <vt:lpstr>Reinforcement Learning via Symbolic Feedback (RLSF[5])</vt:lpstr>
      <vt:lpstr>RLSF for Code Generation: LLM with Verifier Feedback</vt:lpstr>
      <vt:lpstr>RLSF: Chemistry tasks</vt:lpstr>
      <vt:lpstr>Results: Chemistry tasks</vt:lpstr>
      <vt:lpstr>Certification Driven Evolutionary Search (CDES) AI for Software Engineering</vt:lpstr>
      <vt:lpstr>Pre-LLM era</vt:lpstr>
      <vt:lpstr>AlphaEvolve</vt:lpstr>
      <vt:lpstr>Certification-Driven Evolutionary Search</vt:lpstr>
      <vt:lpstr>PowerPoint Presentation</vt:lpstr>
      <vt:lpstr>PowerPoint Presentation</vt:lpstr>
      <vt:lpstr>PowerPoint Presentation</vt:lpstr>
      <vt:lpstr>PowerPoint Presentation</vt:lpstr>
      <vt:lpstr>PowerPoint Presentation</vt:lpstr>
      <vt:lpstr>Orchestration for Research-Level Mathematics</vt:lpstr>
      <vt:lpstr>Auto-Formalization of Research-Level Statements</vt:lpstr>
      <vt:lpstr>PowerPoint Presentation</vt:lpstr>
      <vt:lpstr>PowerPoint Presentation</vt:lpstr>
      <vt:lpstr>PowerPoint Presentation</vt:lpstr>
      <vt:lpstr>PowerPoint Presentation</vt:lpstr>
      <vt:lpstr>PowerPoint Presentation</vt:lpstr>
      <vt:lpstr>Concluding Remarks</vt:lpstr>
      <vt:lpstr>Key insight and contributions: thumbnail sketch</vt:lpstr>
      <vt:lpstr>Takeaway</vt:lpstr>
      <vt:lpstr>Team Members</vt:lpstr>
      <vt:lpstr>References</vt:lpstr>
      <vt:lpstr>Is pointing the AI to the problem all that is left?</vt:lpstr>
      <vt:lpstr>AI-Provers in Frontier Math</vt:lpstr>
      <vt:lpstr>Prior Hypotheses</vt:lpstr>
      <vt:lpstr>Towards formalizing prior intuition</vt:lpstr>
      <vt:lpstr>A "jump" from a Propositional Logic Perspective</vt:lpstr>
      <vt:lpstr>Preliminary Analysis</vt:lpstr>
      <vt:lpstr>A Collaborative Effort</vt:lpstr>
      <vt:lpstr>Reference</vt:lpstr>
    </vt:vector>
  </TitlesOfParts>
  <Manager/>
  <Company>Georgia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AIProver Orchestration: OpenAI Math Problems Verified in Lean</dc:title>
  <dc:subject/>
  <dc:creator>Perez, Raul N</dc:creator>
  <cp:keywords/>
  <dc:description/>
  <cp:revision>53</cp:revision>
  <dcterms:created xsi:type="dcterms:W3CDTF">2022-08-24T13:02:54Z</dcterms:created>
  <dcterms:modified xsi:type="dcterms:W3CDTF">2026-10-16T12:21:03Z</dcterms:modified>
  <cp:category/>
</cp:coreProperties>
</file>